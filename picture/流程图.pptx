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E7D32"/>
    <a:srgbClr val="C8E8C8"/>
    <a:srgbClr val="6B6B6B"/>
    <a:srgbClr val="1565C0"/>
    <a:srgbClr val="F0D8B8"/>
    <a:srgbClr val="E8C8D8"/>
    <a:srgbClr val="6A4FB8"/>
    <a:srgbClr val="FBE5D6"/>
    <a:srgbClr val="E3F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3215A-D119-42B2-8B91-217163789DD5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D3948-8585-4A55-BE18-F47054CA48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9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D3948-8585-4A55-BE18-F47054CA487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391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D7235-9111-A565-78BC-C3380CE0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B52461-29D3-C0E7-4863-A6575AF03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B8B0571-566C-E9F6-4A21-151312AA6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F3991B-31A6-C2AF-E4D5-6A1C702B59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D3948-8585-4A55-BE18-F47054CA48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565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1121FA-3AC4-4981-0AA9-46C7823A1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AB858D-157B-0E69-D1A7-09FF5BAFD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E66AA-5B57-0CEF-E867-C1E7AFE8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3092E-12FC-F6DE-237D-910ECCC6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21983-BF26-E1E9-7EBE-F5F2DB160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73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CE222-45F4-6C26-3197-7352BA9E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D8B54-2482-897D-D057-744E7C82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B15EE-97A1-95EA-4BAB-093F3A4B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E6BDE-1EB0-0369-1197-2E521C48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4B0052-BF50-F737-E167-83BE91FA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93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7A76F-1B5B-6A02-85D6-80418DE17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D10BCF-698B-BAB7-F878-9CEFC5A0F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0B938F-AEC2-E856-8103-E7073956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351969-0300-8B2D-BBDA-78FC5CE0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E0DC6-4143-2C41-CF6C-5B30A76E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40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F5B5E-6670-96EE-1A0B-AB8BAAD7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975E7-5F67-F208-DBC4-C41DC7FBD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493EB4-A956-F75D-0376-FACFA1575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E8DA59-FE43-5813-D544-FEF6408F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5AD3CE-D6E5-9D01-9DBD-8CA7434D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9AE53-EB65-6596-A761-61894E56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030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56DE1-D3D7-2AD4-5A04-94DE6417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73FCF4-3534-DB51-1980-2CE1398DC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9837B7-87A3-0D06-0065-D5EA6C196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8BCA06-9BB5-D446-D20E-00642F6255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FA0CE2-BF01-530C-C710-51F324835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29F86A-A59E-3B83-C0CF-4E79F4836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914D66-C990-6234-D112-E92326354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61454D-5074-B573-D0E7-5DD4C78C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27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0D707-6D97-8324-31D7-DAB35B4A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250435-315C-6CBE-1E09-95B0EFAA6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7C46C2B-E83A-7BF8-DFAC-058BF9BE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D6B3BF3-8A58-3EF5-586D-939EED6AE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058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695E0F-6660-EF78-9D5D-759823B89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4A24B8-6E1D-08F2-34AE-A589DF0F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A39246-E600-3084-8091-72E3BEDD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902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B28F4-74A6-7AAE-303B-B536D3652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43C0A3-CAEF-E344-532F-8AFD1712C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169077-68E4-74D9-28DC-4AC0AB4F0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2F616E-76BE-7EA7-13CB-A75812957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787408-1A9A-1338-4AC4-D58973B3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5D6847-534E-B381-A585-0E4406F2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27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3264E-1B87-B3CF-23AD-91CCB30F6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A5B60C-3537-4A4B-25B5-80662B262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658E32-EDC9-F182-FCA8-55CDCBCC5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790F94-CACA-3026-0F24-0AEDC997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9E3579-9650-DC7B-58C0-9E9564E4E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0FA34-4E88-62C0-F3EB-ED80027A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4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05D1A-9FCF-627B-0DBF-08395BC01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B447FF-E5A4-909F-5AA7-FA1C63206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6DFDD-ACFD-CD57-BA5C-1C8220B4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C52FA-99F4-665B-BD47-E2E04653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F9770-DDA7-EDCB-CECF-C7C0DE58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60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21B811-6E80-3687-EEDE-E1DC9BC32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F028CE-F9F7-C9FE-5BDB-D3EF81627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C6C8E-8CBB-B049-A0E6-C5A6CE959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27BD4-FB2C-E0C0-1B57-948C90A6C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7115E7-6DA5-6F9B-1F47-054A82ED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36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B0CFEA-1A26-8B0B-7280-C9BF6220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8D712C-8679-0930-29C8-C516F00B5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EE013A-BEFF-5140-0EB8-5CB1E921B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3CE51-9AB7-4862-8E62-81BE5C796ED7}" type="datetimeFigureOut">
              <a:rPr lang="zh-CN" altLang="en-US" smtClean="0"/>
              <a:t>2025/6/25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823BE-7C47-BFFD-A2AD-73D392A948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E0CC4E-3B8F-9206-3402-6598C3CBFA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1420E-B916-488A-B68A-8BB82DAFA7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90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8F37A75E-37AC-319F-C0C5-67B3781134C5}"/>
              </a:ext>
            </a:extLst>
          </p:cNvPr>
          <p:cNvSpPr/>
          <p:nvPr/>
        </p:nvSpPr>
        <p:spPr>
          <a:xfrm>
            <a:off x="350552" y="354509"/>
            <a:ext cx="1926241" cy="764990"/>
          </a:xfrm>
          <a:prstGeom prst="roundRect">
            <a:avLst/>
          </a:prstGeom>
          <a:noFill/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A74BB9C-7CAE-05CF-A428-49BF8F8FAEB7}"/>
              </a:ext>
            </a:extLst>
          </p:cNvPr>
          <p:cNvSpPr/>
          <p:nvPr/>
        </p:nvSpPr>
        <p:spPr>
          <a:xfrm>
            <a:off x="350552" y="2462004"/>
            <a:ext cx="1926241" cy="764990"/>
          </a:xfrm>
          <a:prstGeom prst="roundRect">
            <a:avLst/>
          </a:prstGeom>
          <a:noFill/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BF1FEB-C011-8ECE-5759-72B989C27B7D}"/>
              </a:ext>
            </a:extLst>
          </p:cNvPr>
          <p:cNvSpPr/>
          <p:nvPr/>
        </p:nvSpPr>
        <p:spPr>
          <a:xfrm flipH="1">
            <a:off x="2276793" y="714144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3F393BC-D0B5-02E1-1A40-B70206F2CC59}"/>
              </a:ext>
            </a:extLst>
          </p:cNvPr>
          <p:cNvSpPr/>
          <p:nvPr/>
        </p:nvSpPr>
        <p:spPr>
          <a:xfrm rot="5400000" flipH="1" flipV="1">
            <a:off x="2263747" y="534648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E6FF43A-EEBE-125B-F5C9-DC586AE3EBF7}"/>
              </a:ext>
            </a:extLst>
          </p:cNvPr>
          <p:cNvSpPr/>
          <p:nvPr/>
        </p:nvSpPr>
        <p:spPr>
          <a:xfrm rot="5400000" flipH="1" flipV="1">
            <a:off x="2263747" y="33164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D24094C-591B-47ED-D8AB-C3614EEAA469}"/>
              </a:ext>
            </a:extLst>
          </p:cNvPr>
          <p:cNvSpPr/>
          <p:nvPr/>
        </p:nvSpPr>
        <p:spPr>
          <a:xfrm rot="5400000" flipH="1" flipV="1">
            <a:off x="2263748" y="1097281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0C722B2-F838-A2AB-9362-0ED6054BB329}"/>
              </a:ext>
            </a:extLst>
          </p:cNvPr>
          <p:cNvSpPr/>
          <p:nvPr/>
        </p:nvSpPr>
        <p:spPr>
          <a:xfrm rot="5400000" flipH="1" flipV="1">
            <a:off x="2263748" y="89428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98EC5E17-F81D-D9C5-78ED-CD698D89D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6742" y="-44436"/>
            <a:ext cx="553315" cy="243744"/>
          </a:xfrm>
          <a:prstGeom prst="rect">
            <a:avLst/>
          </a:prstGeom>
        </p:spPr>
      </p:pic>
      <p:sp>
        <p:nvSpPr>
          <p:cNvPr id="35" name="箭头: 圆角右 34">
            <a:extLst>
              <a:ext uri="{FF2B5EF4-FFF2-40B4-BE49-F238E27FC236}">
                <a16:creationId xmlns:a16="http://schemas.microsoft.com/office/drawing/2014/main" id="{D5AE39B0-5DE6-CC8F-7814-156820162C44}"/>
              </a:ext>
            </a:extLst>
          </p:cNvPr>
          <p:cNvSpPr/>
          <p:nvPr/>
        </p:nvSpPr>
        <p:spPr>
          <a:xfrm>
            <a:off x="2443885" y="30518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F7E4D261-C9AF-D083-8212-9A402ED13EA1}"/>
              </a:ext>
            </a:extLst>
          </p:cNvPr>
          <p:cNvSpPr/>
          <p:nvPr/>
        </p:nvSpPr>
        <p:spPr>
          <a:xfrm rot="5400000" flipH="1" flipV="1">
            <a:off x="2263747" y="64923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形 44">
            <a:extLst>
              <a:ext uri="{FF2B5EF4-FFF2-40B4-BE49-F238E27FC236}">
                <a16:creationId xmlns:a16="http://schemas.microsoft.com/office/drawing/2014/main" id="{EA2C92E8-D240-E816-7119-A2E3BE6888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6744" y="267401"/>
            <a:ext cx="553315" cy="243744"/>
          </a:xfrm>
          <a:prstGeom prst="rect">
            <a:avLst/>
          </a:prstGeom>
        </p:spPr>
      </p:pic>
      <p:sp>
        <p:nvSpPr>
          <p:cNvPr id="46" name="箭头: 圆角右 45">
            <a:extLst>
              <a:ext uri="{FF2B5EF4-FFF2-40B4-BE49-F238E27FC236}">
                <a16:creationId xmlns:a16="http://schemas.microsoft.com/office/drawing/2014/main" id="{445B1F9E-D1EA-CFC7-BB2C-993A7380E612}"/>
              </a:ext>
            </a:extLst>
          </p:cNvPr>
          <p:cNvSpPr/>
          <p:nvPr/>
        </p:nvSpPr>
        <p:spPr>
          <a:xfrm>
            <a:off x="2443885" y="348102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32C24B0-86A2-4FB1-9ADD-369D97BA8C04}"/>
              </a:ext>
            </a:extLst>
          </p:cNvPr>
          <p:cNvSpPr/>
          <p:nvPr/>
        </p:nvSpPr>
        <p:spPr>
          <a:xfrm rot="5400000" flipH="1" flipV="1">
            <a:off x="2263747" y="988905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形 50">
            <a:extLst>
              <a:ext uri="{FF2B5EF4-FFF2-40B4-BE49-F238E27FC236}">
                <a16:creationId xmlns:a16="http://schemas.microsoft.com/office/drawing/2014/main" id="{51E6F9A8-7169-55A9-2BD6-52B9626C66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6744" y="920397"/>
            <a:ext cx="553315" cy="243744"/>
          </a:xfrm>
          <a:prstGeom prst="rect">
            <a:avLst/>
          </a:prstGeom>
        </p:spPr>
      </p:pic>
      <p:sp>
        <p:nvSpPr>
          <p:cNvPr id="52" name="箭头: 圆角右 51">
            <a:extLst>
              <a:ext uri="{FF2B5EF4-FFF2-40B4-BE49-F238E27FC236}">
                <a16:creationId xmlns:a16="http://schemas.microsoft.com/office/drawing/2014/main" id="{6B7EB2EA-BB74-0358-3B8A-A814865EA089}"/>
              </a:ext>
            </a:extLst>
          </p:cNvPr>
          <p:cNvSpPr/>
          <p:nvPr/>
        </p:nvSpPr>
        <p:spPr>
          <a:xfrm flipV="1">
            <a:off x="2443885" y="1225998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2F8C86CA-987B-5D3C-FF46-EE15E8026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2466743" y="1244404"/>
            <a:ext cx="553315" cy="243744"/>
          </a:xfrm>
          <a:prstGeom prst="rect">
            <a:avLst/>
          </a:prstGeom>
        </p:spPr>
      </p:pic>
      <p:sp>
        <p:nvSpPr>
          <p:cNvPr id="59" name="箭头: 圆角右 58">
            <a:extLst>
              <a:ext uri="{FF2B5EF4-FFF2-40B4-BE49-F238E27FC236}">
                <a16:creationId xmlns:a16="http://schemas.microsoft.com/office/drawing/2014/main" id="{6931E773-5586-1CBC-8290-54FD05FCC70D}"/>
              </a:ext>
            </a:extLst>
          </p:cNvPr>
          <p:cNvSpPr/>
          <p:nvPr/>
        </p:nvSpPr>
        <p:spPr>
          <a:xfrm flipV="1">
            <a:off x="2443885" y="905907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6B9409C-9617-E0CE-F0A4-2F0185240CC0}"/>
              </a:ext>
            </a:extLst>
          </p:cNvPr>
          <p:cNvSpPr/>
          <p:nvPr/>
        </p:nvSpPr>
        <p:spPr>
          <a:xfrm flipH="1">
            <a:off x="2383197" y="71414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BCCADD48-EFFF-D261-E4FE-F15FC1DAFAF4}"/>
              </a:ext>
            </a:extLst>
          </p:cNvPr>
          <p:cNvSpPr/>
          <p:nvPr/>
        </p:nvSpPr>
        <p:spPr>
          <a:xfrm flipH="1">
            <a:off x="2497085" y="71414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3" name="图形 62">
            <a:extLst>
              <a:ext uri="{FF2B5EF4-FFF2-40B4-BE49-F238E27FC236}">
                <a16:creationId xmlns:a16="http://schemas.microsoft.com/office/drawing/2014/main" id="{BB691876-0CE1-B520-BB35-B1CCB581A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2477165" y="598643"/>
            <a:ext cx="553315" cy="274784"/>
          </a:xfrm>
          <a:prstGeom prst="rect">
            <a:avLst/>
          </a:prstGeom>
        </p:spPr>
      </p:pic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90B3AE1D-F711-FF7C-D82A-AAF25D2A3CDB}"/>
              </a:ext>
            </a:extLst>
          </p:cNvPr>
          <p:cNvSpPr/>
          <p:nvPr/>
        </p:nvSpPr>
        <p:spPr>
          <a:xfrm rot="10800000" flipV="1">
            <a:off x="2933124" y="1267505"/>
            <a:ext cx="497409" cy="197542"/>
          </a:xfrm>
          <a:prstGeom prst="roundRect">
            <a:avLst/>
          </a:prstGeom>
          <a:solidFill>
            <a:srgbClr val="1565C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Seq n</a:t>
            </a:r>
            <a:endParaRPr lang="zh-CN" altLang="en-US" sz="900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87CABB2C-A712-E45C-EC84-74BA92F1F9B4}"/>
              </a:ext>
            </a:extLst>
          </p:cNvPr>
          <p:cNvSpPr/>
          <p:nvPr/>
        </p:nvSpPr>
        <p:spPr>
          <a:xfrm flipH="1">
            <a:off x="2562497" y="713176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145D63B2-975E-3716-F9AC-A90D45F2ED74}"/>
              </a:ext>
            </a:extLst>
          </p:cNvPr>
          <p:cNvSpPr/>
          <p:nvPr/>
        </p:nvSpPr>
        <p:spPr>
          <a:xfrm rot="10800000" flipV="1">
            <a:off x="2933125" y="305163"/>
            <a:ext cx="497409" cy="197542"/>
          </a:xfrm>
          <a:prstGeom prst="roundRect">
            <a:avLst/>
          </a:prstGeom>
          <a:solidFill>
            <a:srgbClr val="4A148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Seq 2</a:t>
            </a:r>
            <a:endParaRPr lang="zh-CN" altLang="en-US" sz="900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D875925-90A5-CF72-0373-80203DBE187E}"/>
              </a:ext>
            </a:extLst>
          </p:cNvPr>
          <p:cNvSpPr/>
          <p:nvPr/>
        </p:nvSpPr>
        <p:spPr>
          <a:xfrm rot="10800000" flipV="1">
            <a:off x="2933124" y="-16354"/>
            <a:ext cx="497409" cy="197542"/>
          </a:xfrm>
          <a:prstGeom prst="roundRect">
            <a:avLst/>
          </a:prstGeom>
          <a:solidFill>
            <a:srgbClr val="E8C8D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Seq 1</a:t>
            </a:r>
            <a:endParaRPr lang="zh-CN" altLang="en-US" sz="90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C0BBDB6B-E0FA-DFF7-EEA8-0688BF59B01F}"/>
              </a:ext>
            </a:extLst>
          </p:cNvPr>
          <p:cNvSpPr/>
          <p:nvPr/>
        </p:nvSpPr>
        <p:spPr>
          <a:xfrm rot="10800000" flipV="1">
            <a:off x="2933123" y="642592"/>
            <a:ext cx="497409" cy="197542"/>
          </a:xfrm>
          <a:prstGeom prst="roundRect">
            <a:avLst/>
          </a:prstGeom>
          <a:solidFill>
            <a:srgbClr val="F0D8B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Seq 3</a:t>
            </a:r>
            <a:endParaRPr lang="zh-CN" altLang="en-US" sz="900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CC410F9-3958-038E-D194-224B4F8AE9EF}"/>
              </a:ext>
            </a:extLst>
          </p:cNvPr>
          <p:cNvSpPr/>
          <p:nvPr/>
        </p:nvSpPr>
        <p:spPr>
          <a:xfrm rot="10800000" flipV="1">
            <a:off x="2933122" y="945988"/>
            <a:ext cx="497409" cy="197542"/>
          </a:xfrm>
          <a:prstGeom prst="roundRect">
            <a:avLst/>
          </a:prstGeom>
          <a:solidFill>
            <a:srgbClr val="6B6B6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/>
              <a:t>…</a:t>
            </a:r>
            <a:endParaRPr lang="zh-CN" altLang="en-US" sz="900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CC2DACC-DB43-6C01-FEC3-F8D77B210992}"/>
              </a:ext>
            </a:extLst>
          </p:cNvPr>
          <p:cNvSpPr/>
          <p:nvPr/>
        </p:nvSpPr>
        <p:spPr>
          <a:xfrm rot="5400000" flipH="1" flipV="1">
            <a:off x="8885640" y="138953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17F1A88-904A-2A3C-B000-EE8593878AB2}"/>
              </a:ext>
            </a:extLst>
          </p:cNvPr>
          <p:cNvSpPr/>
          <p:nvPr/>
        </p:nvSpPr>
        <p:spPr>
          <a:xfrm rot="5400000" flipH="1" flipV="1">
            <a:off x="8885640" y="1186534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3FBC5A6C-6F60-25E5-6C48-31DFC5EB2646}"/>
              </a:ext>
            </a:extLst>
          </p:cNvPr>
          <p:cNvSpPr/>
          <p:nvPr/>
        </p:nvSpPr>
        <p:spPr>
          <a:xfrm rot="5400000" flipH="1" flipV="1">
            <a:off x="8885641" y="195216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E65373A2-4517-E946-3BEB-135228AF8504}"/>
              </a:ext>
            </a:extLst>
          </p:cNvPr>
          <p:cNvSpPr/>
          <p:nvPr/>
        </p:nvSpPr>
        <p:spPr>
          <a:xfrm rot="5400000" flipH="1" flipV="1">
            <a:off x="8885641" y="1749167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7EFDA74D-F975-CF2D-BD32-B465CD4DA6AE}"/>
              </a:ext>
            </a:extLst>
          </p:cNvPr>
          <p:cNvSpPr/>
          <p:nvPr/>
        </p:nvSpPr>
        <p:spPr>
          <a:xfrm rot="5400000" flipH="1" flipV="1">
            <a:off x="8885640" y="1504118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BD158A4C-80F2-7245-4683-7D709FDF16EB}"/>
              </a:ext>
            </a:extLst>
          </p:cNvPr>
          <p:cNvSpPr/>
          <p:nvPr/>
        </p:nvSpPr>
        <p:spPr>
          <a:xfrm rot="5400000" flipH="1" flipV="1">
            <a:off x="8885640" y="1843790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箭头: 圆角右 104">
            <a:extLst>
              <a:ext uri="{FF2B5EF4-FFF2-40B4-BE49-F238E27FC236}">
                <a16:creationId xmlns:a16="http://schemas.microsoft.com/office/drawing/2014/main" id="{0B1B4790-8D5D-88D4-BDC9-074A731A99C6}"/>
              </a:ext>
            </a:extLst>
          </p:cNvPr>
          <p:cNvSpPr/>
          <p:nvPr/>
        </p:nvSpPr>
        <p:spPr>
          <a:xfrm flipV="1">
            <a:off x="9065775" y="2170826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ACF7BF93-60CC-48FB-3752-A9E0216BDBE4}"/>
              </a:ext>
            </a:extLst>
          </p:cNvPr>
          <p:cNvSpPr/>
          <p:nvPr/>
        </p:nvSpPr>
        <p:spPr>
          <a:xfrm flipH="1">
            <a:off x="8944405" y="1569029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箭头: 圆角右 109">
            <a:extLst>
              <a:ext uri="{FF2B5EF4-FFF2-40B4-BE49-F238E27FC236}">
                <a16:creationId xmlns:a16="http://schemas.microsoft.com/office/drawing/2014/main" id="{81BF0E1F-9D6E-43A9-8488-3E5DF201694A}"/>
              </a:ext>
            </a:extLst>
          </p:cNvPr>
          <p:cNvSpPr/>
          <p:nvPr/>
        </p:nvSpPr>
        <p:spPr>
          <a:xfrm>
            <a:off x="9065775" y="833266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A276B21E-174B-9692-548E-6124FC1A0C85}"/>
              </a:ext>
            </a:extLst>
          </p:cNvPr>
          <p:cNvSpPr/>
          <p:nvPr/>
        </p:nvSpPr>
        <p:spPr>
          <a:xfrm rot="5400000" flipH="1" flipV="1">
            <a:off x="8936468" y="3593505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32D65412-A114-A39F-41AA-C33328535605}"/>
              </a:ext>
            </a:extLst>
          </p:cNvPr>
          <p:cNvSpPr/>
          <p:nvPr/>
        </p:nvSpPr>
        <p:spPr>
          <a:xfrm rot="5400000" flipH="1" flipV="1">
            <a:off x="8936468" y="339050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467E821F-E646-F554-21A2-E7979B802D27}"/>
              </a:ext>
            </a:extLst>
          </p:cNvPr>
          <p:cNvSpPr/>
          <p:nvPr/>
        </p:nvSpPr>
        <p:spPr>
          <a:xfrm rot="5400000" flipH="1" flipV="1">
            <a:off x="8936469" y="4156138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EEC47572-20A3-80CF-6B2F-1434312DA182}"/>
              </a:ext>
            </a:extLst>
          </p:cNvPr>
          <p:cNvSpPr/>
          <p:nvPr/>
        </p:nvSpPr>
        <p:spPr>
          <a:xfrm rot="5400000" flipH="1" flipV="1">
            <a:off x="8936469" y="395313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2DC6F8E4-645A-ED4D-0890-7BDA8B977813}"/>
              </a:ext>
            </a:extLst>
          </p:cNvPr>
          <p:cNvSpPr/>
          <p:nvPr/>
        </p:nvSpPr>
        <p:spPr>
          <a:xfrm rot="5400000" flipH="1" flipV="1">
            <a:off x="8936468" y="3708090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B0207A90-41DF-54C8-CE63-2DA532A578C0}"/>
              </a:ext>
            </a:extLst>
          </p:cNvPr>
          <p:cNvSpPr/>
          <p:nvPr/>
        </p:nvSpPr>
        <p:spPr>
          <a:xfrm rot="5400000" flipH="1" flipV="1">
            <a:off x="8936468" y="404776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箭头: 圆角右 117">
            <a:extLst>
              <a:ext uri="{FF2B5EF4-FFF2-40B4-BE49-F238E27FC236}">
                <a16:creationId xmlns:a16="http://schemas.microsoft.com/office/drawing/2014/main" id="{BC573481-E662-9A75-FD8C-0F65F3CDBEFF}"/>
              </a:ext>
            </a:extLst>
          </p:cNvPr>
          <p:cNvSpPr/>
          <p:nvPr/>
        </p:nvSpPr>
        <p:spPr>
          <a:xfrm flipH="1" flipV="1">
            <a:off x="8969224" y="4374798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0" name="箭头: 圆角右 119">
            <a:extLst>
              <a:ext uri="{FF2B5EF4-FFF2-40B4-BE49-F238E27FC236}">
                <a16:creationId xmlns:a16="http://schemas.microsoft.com/office/drawing/2014/main" id="{25D2FE99-DC8C-016B-A683-DC06E4F45E9C}"/>
              </a:ext>
            </a:extLst>
          </p:cNvPr>
          <p:cNvSpPr/>
          <p:nvPr/>
        </p:nvSpPr>
        <p:spPr>
          <a:xfrm flipH="1">
            <a:off x="8969224" y="3037105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78D1D343-2D99-325B-5531-73801D722CDC}"/>
              </a:ext>
            </a:extLst>
          </p:cNvPr>
          <p:cNvSpPr/>
          <p:nvPr/>
        </p:nvSpPr>
        <p:spPr>
          <a:xfrm flipH="1">
            <a:off x="9116607" y="3771315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01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34C0-0F39-400F-B395-2F557BA0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931BFA-EEDC-C7FB-6AAC-0C9891A1FB7F}"/>
              </a:ext>
            </a:extLst>
          </p:cNvPr>
          <p:cNvSpPr/>
          <p:nvPr/>
        </p:nvSpPr>
        <p:spPr>
          <a:xfrm>
            <a:off x="467580" y="1062792"/>
            <a:ext cx="1926241" cy="764990"/>
          </a:xfrm>
          <a:prstGeom prst="roundRect">
            <a:avLst/>
          </a:prstGeom>
          <a:solidFill>
            <a:srgbClr val="E3F2D9"/>
          </a:solidFill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BB3A479-21FB-A5F0-1D44-FC41790F48D6}"/>
              </a:ext>
            </a:extLst>
          </p:cNvPr>
          <p:cNvSpPr/>
          <p:nvPr/>
        </p:nvSpPr>
        <p:spPr>
          <a:xfrm>
            <a:off x="463128" y="3134182"/>
            <a:ext cx="1926241" cy="764990"/>
          </a:xfrm>
          <a:prstGeom prst="roundRect">
            <a:avLst/>
          </a:prstGeom>
          <a:solidFill>
            <a:srgbClr val="FBE5D6"/>
          </a:solidFill>
          <a:ln w="19050">
            <a:solidFill>
              <a:srgbClr val="4A5568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3371D93-A1A4-A72E-3195-0CB7E8676FA0}"/>
              </a:ext>
            </a:extLst>
          </p:cNvPr>
          <p:cNvSpPr/>
          <p:nvPr/>
        </p:nvSpPr>
        <p:spPr>
          <a:xfrm flipH="1">
            <a:off x="2398184" y="1441189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74AFFFD-FEE3-C83B-065D-2723DE76746B}"/>
              </a:ext>
            </a:extLst>
          </p:cNvPr>
          <p:cNvSpPr/>
          <p:nvPr/>
        </p:nvSpPr>
        <p:spPr>
          <a:xfrm rot="5400000" flipH="1" flipV="1">
            <a:off x="2385138" y="126169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8AA5E25-9F91-0FE5-B634-28827C3055BB}"/>
              </a:ext>
            </a:extLst>
          </p:cNvPr>
          <p:cNvSpPr/>
          <p:nvPr/>
        </p:nvSpPr>
        <p:spPr>
          <a:xfrm rot="5400000" flipH="1" flipV="1">
            <a:off x="2385138" y="1058694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BA36E42-B044-2982-C095-FC2F65CEA9B6}"/>
              </a:ext>
            </a:extLst>
          </p:cNvPr>
          <p:cNvSpPr/>
          <p:nvPr/>
        </p:nvSpPr>
        <p:spPr>
          <a:xfrm rot="5400000" flipH="1" flipV="1">
            <a:off x="2385139" y="182432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D0DA63F-7232-1352-707E-3BA6DFDAE1EE}"/>
              </a:ext>
            </a:extLst>
          </p:cNvPr>
          <p:cNvSpPr/>
          <p:nvPr/>
        </p:nvSpPr>
        <p:spPr>
          <a:xfrm rot="5400000" flipH="1" flipV="1">
            <a:off x="2385139" y="1621327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形 33">
            <a:extLst>
              <a:ext uri="{FF2B5EF4-FFF2-40B4-BE49-F238E27FC236}">
                <a16:creationId xmlns:a16="http://schemas.microsoft.com/office/drawing/2014/main" id="{B0453644-015F-1CBF-50E5-32F8DC689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8133" y="682609"/>
            <a:ext cx="553315" cy="243744"/>
          </a:xfrm>
          <a:prstGeom prst="rect">
            <a:avLst/>
          </a:prstGeom>
        </p:spPr>
      </p:pic>
      <p:sp>
        <p:nvSpPr>
          <p:cNvPr id="35" name="箭头: 圆角右 34">
            <a:extLst>
              <a:ext uri="{FF2B5EF4-FFF2-40B4-BE49-F238E27FC236}">
                <a16:creationId xmlns:a16="http://schemas.microsoft.com/office/drawing/2014/main" id="{5AAA7441-3BB5-C3BE-EB0C-41CA0DC18DB1}"/>
              </a:ext>
            </a:extLst>
          </p:cNvPr>
          <p:cNvSpPr/>
          <p:nvPr/>
        </p:nvSpPr>
        <p:spPr>
          <a:xfrm>
            <a:off x="2565276" y="757563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F96ECF9-87CC-B7DA-6C76-3CB1081BE6A1}"/>
              </a:ext>
            </a:extLst>
          </p:cNvPr>
          <p:cNvSpPr/>
          <p:nvPr/>
        </p:nvSpPr>
        <p:spPr>
          <a:xfrm rot="5400000" flipH="1" flipV="1">
            <a:off x="2385138" y="1376278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5" name="图形 44">
            <a:extLst>
              <a:ext uri="{FF2B5EF4-FFF2-40B4-BE49-F238E27FC236}">
                <a16:creationId xmlns:a16="http://schemas.microsoft.com/office/drawing/2014/main" id="{127AFF96-29DD-CBCE-EC96-D64E934E5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8135" y="994446"/>
            <a:ext cx="553315" cy="243744"/>
          </a:xfrm>
          <a:prstGeom prst="rect">
            <a:avLst/>
          </a:prstGeom>
        </p:spPr>
      </p:pic>
      <p:sp>
        <p:nvSpPr>
          <p:cNvPr id="46" name="箭头: 圆角右 45">
            <a:extLst>
              <a:ext uri="{FF2B5EF4-FFF2-40B4-BE49-F238E27FC236}">
                <a16:creationId xmlns:a16="http://schemas.microsoft.com/office/drawing/2014/main" id="{A199566E-1F57-E8AC-90B1-9E1C09AE3B0E}"/>
              </a:ext>
            </a:extLst>
          </p:cNvPr>
          <p:cNvSpPr/>
          <p:nvPr/>
        </p:nvSpPr>
        <p:spPr>
          <a:xfrm>
            <a:off x="2565276" y="1075147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70F2936-6706-6E98-5CCB-2DE390859D5D}"/>
              </a:ext>
            </a:extLst>
          </p:cNvPr>
          <p:cNvSpPr/>
          <p:nvPr/>
        </p:nvSpPr>
        <p:spPr>
          <a:xfrm rot="5400000" flipH="1" flipV="1">
            <a:off x="2385138" y="1715950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" name="图形 50">
            <a:extLst>
              <a:ext uri="{FF2B5EF4-FFF2-40B4-BE49-F238E27FC236}">
                <a16:creationId xmlns:a16="http://schemas.microsoft.com/office/drawing/2014/main" id="{62D83650-325A-D68D-FA12-CB02EC67B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88135" y="1647442"/>
            <a:ext cx="553315" cy="243744"/>
          </a:xfrm>
          <a:prstGeom prst="rect">
            <a:avLst/>
          </a:prstGeom>
        </p:spPr>
      </p:pic>
      <p:sp>
        <p:nvSpPr>
          <p:cNvPr id="52" name="箭头: 圆角右 51">
            <a:extLst>
              <a:ext uri="{FF2B5EF4-FFF2-40B4-BE49-F238E27FC236}">
                <a16:creationId xmlns:a16="http://schemas.microsoft.com/office/drawing/2014/main" id="{6659F6A4-D6F5-BFB0-ED8B-82407E0DD28C}"/>
              </a:ext>
            </a:extLst>
          </p:cNvPr>
          <p:cNvSpPr/>
          <p:nvPr/>
        </p:nvSpPr>
        <p:spPr>
          <a:xfrm flipV="1">
            <a:off x="2565276" y="1953043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8" name="图形 57">
            <a:extLst>
              <a:ext uri="{FF2B5EF4-FFF2-40B4-BE49-F238E27FC236}">
                <a16:creationId xmlns:a16="http://schemas.microsoft.com/office/drawing/2014/main" id="{929C8C1F-708B-78A2-8A51-44EE4E292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2588134" y="1971449"/>
            <a:ext cx="553315" cy="243744"/>
          </a:xfrm>
          <a:prstGeom prst="rect">
            <a:avLst/>
          </a:prstGeom>
        </p:spPr>
      </p:pic>
      <p:sp>
        <p:nvSpPr>
          <p:cNvPr id="59" name="箭头: 圆角右 58">
            <a:extLst>
              <a:ext uri="{FF2B5EF4-FFF2-40B4-BE49-F238E27FC236}">
                <a16:creationId xmlns:a16="http://schemas.microsoft.com/office/drawing/2014/main" id="{900CA78B-CEAB-BE63-7341-5EABD2B27AE6}"/>
              </a:ext>
            </a:extLst>
          </p:cNvPr>
          <p:cNvSpPr/>
          <p:nvPr/>
        </p:nvSpPr>
        <p:spPr>
          <a:xfrm flipV="1">
            <a:off x="2564351" y="1627560"/>
            <a:ext cx="316014" cy="183415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A7D3C30-204E-A39D-D3A5-562DACFA0904}"/>
              </a:ext>
            </a:extLst>
          </p:cNvPr>
          <p:cNvSpPr/>
          <p:nvPr/>
        </p:nvSpPr>
        <p:spPr>
          <a:xfrm flipH="1">
            <a:off x="2504588" y="1441188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FDC9778-AD59-D2C4-2976-0D54F4545212}"/>
              </a:ext>
            </a:extLst>
          </p:cNvPr>
          <p:cNvSpPr/>
          <p:nvPr/>
        </p:nvSpPr>
        <p:spPr>
          <a:xfrm flipH="1">
            <a:off x="2618476" y="1441188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3" name="图形 62">
            <a:extLst>
              <a:ext uri="{FF2B5EF4-FFF2-40B4-BE49-F238E27FC236}">
                <a16:creationId xmlns:a16="http://schemas.microsoft.com/office/drawing/2014/main" id="{69BF08CB-AA9D-D42B-95E7-993FF0743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2588268" y="1326890"/>
            <a:ext cx="553315" cy="274784"/>
          </a:xfrm>
          <a:prstGeom prst="rect">
            <a:avLst/>
          </a:prstGeom>
        </p:spPr>
      </p:pic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EE671E2-9412-A1DC-D97C-96CE39C93B33}"/>
              </a:ext>
            </a:extLst>
          </p:cNvPr>
          <p:cNvSpPr/>
          <p:nvPr/>
        </p:nvSpPr>
        <p:spPr>
          <a:xfrm rot="5400000" flipH="1" flipV="1">
            <a:off x="8582522" y="188332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327F5D6F-73AE-E35B-0362-7FEAA31F91D5}"/>
              </a:ext>
            </a:extLst>
          </p:cNvPr>
          <p:cNvSpPr/>
          <p:nvPr/>
        </p:nvSpPr>
        <p:spPr>
          <a:xfrm rot="5400000" flipH="1" flipV="1">
            <a:off x="8582522" y="168032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DE55F5ED-561F-DFFC-EE15-A17F3917CD0C}"/>
              </a:ext>
            </a:extLst>
          </p:cNvPr>
          <p:cNvSpPr/>
          <p:nvPr/>
        </p:nvSpPr>
        <p:spPr>
          <a:xfrm rot="5400000" flipH="1" flipV="1">
            <a:off x="8582523" y="2445955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7E8186C-92B5-AC40-13E7-1378B7597071}"/>
              </a:ext>
            </a:extLst>
          </p:cNvPr>
          <p:cNvSpPr/>
          <p:nvPr/>
        </p:nvSpPr>
        <p:spPr>
          <a:xfrm rot="5400000" flipH="1" flipV="1">
            <a:off x="8582523" y="224295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A1F1EAF9-1858-4A5F-864B-46197D23F883}"/>
              </a:ext>
            </a:extLst>
          </p:cNvPr>
          <p:cNvSpPr/>
          <p:nvPr/>
        </p:nvSpPr>
        <p:spPr>
          <a:xfrm rot="5400000" flipH="1" flipV="1">
            <a:off x="8582522" y="233757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箭头: 圆角右 104">
            <a:extLst>
              <a:ext uri="{FF2B5EF4-FFF2-40B4-BE49-F238E27FC236}">
                <a16:creationId xmlns:a16="http://schemas.microsoft.com/office/drawing/2014/main" id="{E5A5D145-FD72-C98C-2220-451BE381BA1F}"/>
              </a:ext>
            </a:extLst>
          </p:cNvPr>
          <p:cNvSpPr/>
          <p:nvPr/>
        </p:nvSpPr>
        <p:spPr>
          <a:xfrm flipV="1">
            <a:off x="8762657" y="2664615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0" name="箭头: 圆角右 109">
            <a:extLst>
              <a:ext uri="{FF2B5EF4-FFF2-40B4-BE49-F238E27FC236}">
                <a16:creationId xmlns:a16="http://schemas.microsoft.com/office/drawing/2014/main" id="{6FE5D59F-3C34-AD2B-5738-D889ECC2ACE0}"/>
              </a:ext>
            </a:extLst>
          </p:cNvPr>
          <p:cNvSpPr/>
          <p:nvPr/>
        </p:nvSpPr>
        <p:spPr>
          <a:xfrm>
            <a:off x="8762657" y="1327055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90F10F3B-1532-41DC-BA40-39CD4D66894D}"/>
              </a:ext>
            </a:extLst>
          </p:cNvPr>
          <p:cNvSpPr/>
          <p:nvPr/>
        </p:nvSpPr>
        <p:spPr>
          <a:xfrm flipH="1">
            <a:off x="10936350" y="513722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3476F66-9C8F-EA1F-6D6C-DE3920545309}"/>
              </a:ext>
            </a:extLst>
          </p:cNvPr>
          <p:cNvSpPr/>
          <p:nvPr/>
        </p:nvSpPr>
        <p:spPr>
          <a:xfrm rot="5400000" flipH="1" flipV="1">
            <a:off x="10396052" y="192902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368DBAC-1477-F54D-6CC0-6AD5D62505A9}"/>
              </a:ext>
            </a:extLst>
          </p:cNvPr>
          <p:cNvSpPr/>
          <p:nvPr/>
        </p:nvSpPr>
        <p:spPr>
          <a:xfrm rot="5400000" flipH="1" flipV="1">
            <a:off x="10396052" y="1701894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7A6C878-89BC-91E2-2B93-521858076F4D}"/>
              </a:ext>
            </a:extLst>
          </p:cNvPr>
          <p:cNvSpPr/>
          <p:nvPr/>
        </p:nvSpPr>
        <p:spPr>
          <a:xfrm rot="5400000" flipH="1" flipV="1">
            <a:off x="10396053" y="2491655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61E6E3E-1759-7119-091A-E0F00D8E4700}"/>
              </a:ext>
            </a:extLst>
          </p:cNvPr>
          <p:cNvSpPr/>
          <p:nvPr/>
        </p:nvSpPr>
        <p:spPr>
          <a:xfrm rot="5400000" flipH="1" flipV="1">
            <a:off x="10396053" y="228865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461648A-0507-A89A-F22F-5CCD591D7139}"/>
              </a:ext>
            </a:extLst>
          </p:cNvPr>
          <p:cNvSpPr/>
          <p:nvPr/>
        </p:nvSpPr>
        <p:spPr>
          <a:xfrm rot="5400000" flipH="1" flipV="1">
            <a:off x="10396052" y="2043607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A4F9F7-99B2-D04C-EFFE-283D22A48879}"/>
              </a:ext>
            </a:extLst>
          </p:cNvPr>
          <p:cNvSpPr/>
          <p:nvPr/>
        </p:nvSpPr>
        <p:spPr>
          <a:xfrm rot="5400000" flipH="1" flipV="1">
            <a:off x="10396052" y="238327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圆角右 10">
            <a:extLst>
              <a:ext uri="{FF2B5EF4-FFF2-40B4-BE49-F238E27FC236}">
                <a16:creationId xmlns:a16="http://schemas.microsoft.com/office/drawing/2014/main" id="{29E60004-C340-B73B-74BF-D7645EB7D8D8}"/>
              </a:ext>
            </a:extLst>
          </p:cNvPr>
          <p:cNvSpPr/>
          <p:nvPr/>
        </p:nvSpPr>
        <p:spPr>
          <a:xfrm flipH="1" flipV="1">
            <a:off x="10428808" y="2710315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箭头: 圆角右 11">
            <a:extLst>
              <a:ext uri="{FF2B5EF4-FFF2-40B4-BE49-F238E27FC236}">
                <a16:creationId xmlns:a16="http://schemas.microsoft.com/office/drawing/2014/main" id="{09534CDF-8268-9E06-3A6F-E643E50B4306}"/>
              </a:ext>
            </a:extLst>
          </p:cNvPr>
          <p:cNvSpPr/>
          <p:nvPr/>
        </p:nvSpPr>
        <p:spPr>
          <a:xfrm flipH="1">
            <a:off x="10428807" y="1372622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BCF692C-A5F1-E851-CA13-1CDA89747C9C}"/>
              </a:ext>
            </a:extLst>
          </p:cNvPr>
          <p:cNvSpPr/>
          <p:nvPr/>
        </p:nvSpPr>
        <p:spPr>
          <a:xfrm flipH="1">
            <a:off x="2723988" y="1436680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FE9C6E8D-FC9A-3E2D-5388-21899CED3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3690242" y="3379284"/>
            <a:ext cx="553315" cy="274784"/>
          </a:xfrm>
          <a:prstGeom prst="rect">
            <a:avLst/>
          </a:prstGeom>
        </p:spPr>
      </p:pic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94848EA-2370-9B08-814F-519CFA08C44D}"/>
              </a:ext>
            </a:extLst>
          </p:cNvPr>
          <p:cNvSpPr/>
          <p:nvPr/>
        </p:nvSpPr>
        <p:spPr>
          <a:xfrm>
            <a:off x="4100762" y="1211395"/>
            <a:ext cx="1249648" cy="496287"/>
          </a:xfrm>
          <a:prstGeom prst="roundRect">
            <a:avLst/>
          </a:prstGeom>
          <a:solidFill>
            <a:srgbClr val="E3F2D9"/>
          </a:solidFill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encoder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374DBD7-2DAF-2CD4-AD2A-8DA6B293D90C}"/>
              </a:ext>
            </a:extLst>
          </p:cNvPr>
          <p:cNvSpPr/>
          <p:nvPr/>
        </p:nvSpPr>
        <p:spPr>
          <a:xfrm flipH="1">
            <a:off x="3555269" y="3493818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B87D464-C236-0173-A8CA-15775E506802}"/>
              </a:ext>
            </a:extLst>
          </p:cNvPr>
          <p:cNvSpPr/>
          <p:nvPr/>
        </p:nvSpPr>
        <p:spPr>
          <a:xfrm flipH="1" flipV="1">
            <a:off x="2377358" y="3497790"/>
            <a:ext cx="64108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2A86F22-40C8-2E2B-E98C-C778D6C67025}"/>
              </a:ext>
            </a:extLst>
          </p:cNvPr>
          <p:cNvSpPr/>
          <p:nvPr/>
        </p:nvSpPr>
        <p:spPr>
          <a:xfrm>
            <a:off x="4104109" y="3268533"/>
            <a:ext cx="1249648" cy="496287"/>
          </a:xfrm>
          <a:prstGeom prst="roundRect">
            <a:avLst/>
          </a:prstGeom>
          <a:solidFill>
            <a:srgbClr val="FBE5D6"/>
          </a:solidFill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encoder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流程图: 可选过程 56">
            <a:extLst>
              <a:ext uri="{FF2B5EF4-FFF2-40B4-BE49-F238E27FC236}">
                <a16:creationId xmlns:a16="http://schemas.microsoft.com/office/drawing/2014/main" id="{526D9001-733D-842F-38A2-17D8208F0EF4}"/>
              </a:ext>
            </a:extLst>
          </p:cNvPr>
          <p:cNvSpPr/>
          <p:nvPr/>
        </p:nvSpPr>
        <p:spPr>
          <a:xfrm>
            <a:off x="4182833" y="2281467"/>
            <a:ext cx="1085506" cy="406702"/>
          </a:xfrm>
          <a:prstGeom prst="flowChartAlternateProcess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ncRNABert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9" name="图形 78">
            <a:extLst>
              <a:ext uri="{FF2B5EF4-FFF2-40B4-BE49-F238E27FC236}">
                <a16:creationId xmlns:a16="http://schemas.microsoft.com/office/drawing/2014/main" id="{20916955-570B-3F8A-D9BB-67C5BB7E3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8853" y="1904394"/>
            <a:ext cx="260159" cy="227639"/>
          </a:xfrm>
          <a:prstGeom prst="rect">
            <a:avLst/>
          </a:prstGeom>
        </p:spPr>
      </p:pic>
      <p:sp>
        <p:nvSpPr>
          <p:cNvPr id="81" name="菱形 80">
            <a:extLst>
              <a:ext uri="{FF2B5EF4-FFF2-40B4-BE49-F238E27FC236}">
                <a16:creationId xmlns:a16="http://schemas.microsoft.com/office/drawing/2014/main" id="{FF6198F9-62DF-D663-0748-240B4A5AD332}"/>
              </a:ext>
            </a:extLst>
          </p:cNvPr>
          <p:cNvSpPr/>
          <p:nvPr/>
        </p:nvSpPr>
        <p:spPr>
          <a:xfrm>
            <a:off x="9020333" y="1320590"/>
            <a:ext cx="272703" cy="272703"/>
          </a:xfrm>
          <a:prstGeom prst="diamond">
            <a:avLst/>
          </a:prstGeom>
          <a:solidFill>
            <a:srgbClr val="F0D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03A925C4-E67A-2301-2A76-36435E6727AE}"/>
              </a:ext>
            </a:extLst>
          </p:cNvPr>
          <p:cNvSpPr/>
          <p:nvPr/>
        </p:nvSpPr>
        <p:spPr>
          <a:xfrm>
            <a:off x="9024757" y="1642107"/>
            <a:ext cx="272703" cy="272703"/>
          </a:xfrm>
          <a:prstGeom prst="diamond">
            <a:avLst/>
          </a:prstGeom>
          <a:solidFill>
            <a:srgbClr val="E8C8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1D613624-493F-E3DA-094C-EFD11AAED9BE}"/>
              </a:ext>
            </a:extLst>
          </p:cNvPr>
          <p:cNvSpPr/>
          <p:nvPr/>
        </p:nvSpPr>
        <p:spPr>
          <a:xfrm>
            <a:off x="9024757" y="1966384"/>
            <a:ext cx="272703" cy="272703"/>
          </a:xfrm>
          <a:prstGeom prst="diamond">
            <a:avLst/>
          </a:prstGeom>
          <a:solidFill>
            <a:srgbClr val="1565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E11175E2-A3FE-438B-D00F-60271E8AD6A9}"/>
              </a:ext>
            </a:extLst>
          </p:cNvPr>
          <p:cNvSpPr/>
          <p:nvPr/>
        </p:nvSpPr>
        <p:spPr>
          <a:xfrm>
            <a:off x="9020332" y="2282932"/>
            <a:ext cx="272703" cy="272703"/>
          </a:xfrm>
          <a:prstGeom prst="diamond">
            <a:avLst/>
          </a:prstGeom>
          <a:solidFill>
            <a:srgbClr val="6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7A77F901-17A7-0299-647E-0ADB7885CE94}"/>
              </a:ext>
            </a:extLst>
          </p:cNvPr>
          <p:cNvSpPr/>
          <p:nvPr/>
        </p:nvSpPr>
        <p:spPr>
          <a:xfrm>
            <a:off x="9020332" y="2599750"/>
            <a:ext cx="272703" cy="272703"/>
          </a:xfrm>
          <a:prstGeom prst="diamond">
            <a:avLst/>
          </a:prstGeom>
          <a:solidFill>
            <a:srgbClr val="4A1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E808C9A0-2621-F178-5C52-A12F7E113CE1}"/>
              </a:ext>
            </a:extLst>
          </p:cNvPr>
          <p:cNvSpPr/>
          <p:nvPr/>
        </p:nvSpPr>
        <p:spPr>
          <a:xfrm flipH="1">
            <a:off x="3662597" y="3493818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箭头: 圆角右 88">
            <a:extLst>
              <a:ext uri="{FF2B5EF4-FFF2-40B4-BE49-F238E27FC236}">
                <a16:creationId xmlns:a16="http://schemas.microsoft.com/office/drawing/2014/main" id="{ABE0D712-44CB-42D9-1640-B419FB26B9F5}"/>
              </a:ext>
            </a:extLst>
          </p:cNvPr>
          <p:cNvSpPr/>
          <p:nvPr/>
        </p:nvSpPr>
        <p:spPr>
          <a:xfrm rot="5400000" flipH="1">
            <a:off x="6595592" y="3066633"/>
            <a:ext cx="764992" cy="180814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0" name="箭头: 圆角右 89">
            <a:extLst>
              <a:ext uri="{FF2B5EF4-FFF2-40B4-BE49-F238E27FC236}">
                <a16:creationId xmlns:a16="http://schemas.microsoft.com/office/drawing/2014/main" id="{80FD6873-5530-ADBA-CB7E-59FA7F35AB66}"/>
              </a:ext>
            </a:extLst>
          </p:cNvPr>
          <p:cNvSpPr/>
          <p:nvPr/>
        </p:nvSpPr>
        <p:spPr>
          <a:xfrm rot="16200000" flipH="1" flipV="1">
            <a:off x="6587681" y="1728769"/>
            <a:ext cx="764992" cy="180814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FB6DBD03-EFAD-1E0D-8844-1782358BE373}"/>
              </a:ext>
            </a:extLst>
          </p:cNvPr>
          <p:cNvSpPr/>
          <p:nvPr/>
        </p:nvSpPr>
        <p:spPr>
          <a:xfrm flipH="1">
            <a:off x="6702007" y="1436680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1" name="图形 100">
            <a:extLst>
              <a:ext uri="{FF2B5EF4-FFF2-40B4-BE49-F238E27FC236}">
                <a16:creationId xmlns:a16="http://schemas.microsoft.com/office/drawing/2014/main" id="{DBD588FE-A274-F00D-1D12-034525D81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720890" y="2038493"/>
            <a:ext cx="595965" cy="262532"/>
          </a:xfrm>
          <a:prstGeom prst="rect">
            <a:avLst/>
          </a:prstGeom>
        </p:spPr>
      </p:pic>
      <p:pic>
        <p:nvPicPr>
          <p:cNvPr id="103" name="图形 102">
            <a:extLst>
              <a:ext uri="{FF2B5EF4-FFF2-40B4-BE49-F238E27FC236}">
                <a16:creationId xmlns:a16="http://schemas.microsoft.com/office/drawing/2014/main" id="{C147CBBA-6AFE-E101-A932-5A92370F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 flipV="1">
            <a:off x="6723214" y="2671094"/>
            <a:ext cx="595965" cy="262532"/>
          </a:xfrm>
          <a:prstGeom prst="rect">
            <a:avLst/>
          </a:prstGeom>
        </p:spPr>
      </p:pic>
      <p:sp>
        <p:nvSpPr>
          <p:cNvPr id="106" name="流程图: 汇总连接 105">
            <a:extLst>
              <a:ext uri="{FF2B5EF4-FFF2-40B4-BE49-F238E27FC236}">
                <a16:creationId xmlns:a16="http://schemas.microsoft.com/office/drawing/2014/main" id="{749D5E1A-D3D3-C1C6-383B-11569BE45E8A}"/>
              </a:ext>
            </a:extLst>
          </p:cNvPr>
          <p:cNvSpPr/>
          <p:nvPr/>
        </p:nvSpPr>
        <p:spPr>
          <a:xfrm>
            <a:off x="6895278" y="2373916"/>
            <a:ext cx="239340" cy="239340"/>
          </a:xfrm>
          <a:prstGeom prst="flowChartSummingJunction">
            <a:avLst/>
          </a:prstGeom>
          <a:noFill/>
          <a:ln w="28575">
            <a:solidFill>
              <a:srgbClr val="AD14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9" name="图形 108">
            <a:extLst>
              <a:ext uri="{FF2B5EF4-FFF2-40B4-BE49-F238E27FC236}">
                <a16:creationId xmlns:a16="http://schemas.microsoft.com/office/drawing/2014/main" id="{3A42D97D-0808-10DB-278C-B4DF480527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598853" y="2843251"/>
            <a:ext cx="260159" cy="227639"/>
          </a:xfrm>
          <a:prstGeom prst="rect">
            <a:avLst/>
          </a:prstGeom>
        </p:spPr>
      </p:pic>
      <p:pic>
        <p:nvPicPr>
          <p:cNvPr id="119" name="图形 118">
            <a:extLst>
              <a:ext uri="{FF2B5EF4-FFF2-40B4-BE49-F238E27FC236}">
                <a16:creationId xmlns:a16="http://schemas.microsoft.com/office/drawing/2014/main" id="{7FDF3607-FCD0-496C-6A9B-C30283C8E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9096" y="2370796"/>
            <a:ext cx="595965" cy="262532"/>
          </a:xfrm>
          <a:prstGeom prst="rect">
            <a:avLst/>
          </a:prstGeom>
        </p:spPr>
      </p:pic>
      <p:sp>
        <p:nvSpPr>
          <p:cNvPr id="142" name="矩形: 单圆角 141">
            <a:extLst>
              <a:ext uri="{FF2B5EF4-FFF2-40B4-BE49-F238E27FC236}">
                <a16:creationId xmlns:a16="http://schemas.microsoft.com/office/drawing/2014/main" id="{FFEBBD66-3278-4CDF-62A4-28368C590AEF}"/>
              </a:ext>
            </a:extLst>
          </p:cNvPr>
          <p:cNvSpPr/>
          <p:nvPr/>
        </p:nvSpPr>
        <p:spPr>
          <a:xfrm rot="5400000">
            <a:off x="7783896" y="1978306"/>
            <a:ext cx="1571824" cy="45719"/>
          </a:xfrm>
          <a:prstGeom prst="round1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3" name="图形 142">
            <a:extLst>
              <a:ext uri="{FF2B5EF4-FFF2-40B4-BE49-F238E27FC236}">
                <a16:creationId xmlns:a16="http://schemas.microsoft.com/office/drawing/2014/main" id="{171E233D-7D82-FB75-5F78-95A7A055E99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8217593" y="2804687"/>
            <a:ext cx="707895" cy="311840"/>
          </a:xfrm>
          <a:prstGeom prst="rect">
            <a:avLst/>
          </a:prstGeom>
        </p:spPr>
      </p:pic>
      <p:sp>
        <p:nvSpPr>
          <p:cNvPr id="145" name="菱形 144">
            <a:extLst>
              <a:ext uri="{FF2B5EF4-FFF2-40B4-BE49-F238E27FC236}">
                <a16:creationId xmlns:a16="http://schemas.microsoft.com/office/drawing/2014/main" id="{F5318246-3A01-4CD3-E9C0-5F682774D933}"/>
              </a:ext>
            </a:extLst>
          </p:cNvPr>
          <p:cNvSpPr/>
          <p:nvPr/>
        </p:nvSpPr>
        <p:spPr>
          <a:xfrm>
            <a:off x="5975570" y="710690"/>
            <a:ext cx="272703" cy="272703"/>
          </a:xfrm>
          <a:prstGeom prst="diamond">
            <a:avLst/>
          </a:prstGeom>
          <a:solidFill>
            <a:srgbClr val="E8C8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菱形 145">
            <a:extLst>
              <a:ext uri="{FF2B5EF4-FFF2-40B4-BE49-F238E27FC236}">
                <a16:creationId xmlns:a16="http://schemas.microsoft.com/office/drawing/2014/main" id="{EFE4AC44-4188-B6DC-DD3C-70CDA4625B34}"/>
              </a:ext>
            </a:extLst>
          </p:cNvPr>
          <p:cNvSpPr/>
          <p:nvPr/>
        </p:nvSpPr>
        <p:spPr>
          <a:xfrm>
            <a:off x="5979994" y="1032207"/>
            <a:ext cx="272703" cy="272703"/>
          </a:xfrm>
          <a:prstGeom prst="diamond">
            <a:avLst/>
          </a:prstGeom>
          <a:solidFill>
            <a:srgbClr val="4A148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菱形 146">
            <a:extLst>
              <a:ext uri="{FF2B5EF4-FFF2-40B4-BE49-F238E27FC236}">
                <a16:creationId xmlns:a16="http://schemas.microsoft.com/office/drawing/2014/main" id="{70A522E3-0D80-860B-6E62-C915F6BB2B59}"/>
              </a:ext>
            </a:extLst>
          </p:cNvPr>
          <p:cNvSpPr/>
          <p:nvPr/>
        </p:nvSpPr>
        <p:spPr>
          <a:xfrm>
            <a:off x="5979994" y="1356484"/>
            <a:ext cx="272703" cy="272703"/>
          </a:xfrm>
          <a:prstGeom prst="diamond">
            <a:avLst/>
          </a:prstGeom>
          <a:solidFill>
            <a:srgbClr val="F0D8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8" name="菱形 147">
            <a:extLst>
              <a:ext uri="{FF2B5EF4-FFF2-40B4-BE49-F238E27FC236}">
                <a16:creationId xmlns:a16="http://schemas.microsoft.com/office/drawing/2014/main" id="{825D0EEF-DFDB-A84B-57E6-BD9528703C2F}"/>
              </a:ext>
            </a:extLst>
          </p:cNvPr>
          <p:cNvSpPr/>
          <p:nvPr/>
        </p:nvSpPr>
        <p:spPr>
          <a:xfrm>
            <a:off x="5975569" y="1673032"/>
            <a:ext cx="272703" cy="272703"/>
          </a:xfrm>
          <a:prstGeom prst="diamond">
            <a:avLst/>
          </a:prstGeom>
          <a:solidFill>
            <a:srgbClr val="6B6B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菱形 148">
            <a:extLst>
              <a:ext uri="{FF2B5EF4-FFF2-40B4-BE49-F238E27FC236}">
                <a16:creationId xmlns:a16="http://schemas.microsoft.com/office/drawing/2014/main" id="{5005CD63-4B40-5626-9D76-2A552188A7C8}"/>
              </a:ext>
            </a:extLst>
          </p:cNvPr>
          <p:cNvSpPr/>
          <p:nvPr/>
        </p:nvSpPr>
        <p:spPr>
          <a:xfrm>
            <a:off x="5975569" y="1989850"/>
            <a:ext cx="272703" cy="272703"/>
          </a:xfrm>
          <a:prstGeom prst="diamond">
            <a:avLst/>
          </a:prstGeom>
          <a:solidFill>
            <a:srgbClr val="1565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8" name="图形 157">
            <a:extLst>
              <a:ext uri="{FF2B5EF4-FFF2-40B4-BE49-F238E27FC236}">
                <a16:creationId xmlns:a16="http://schemas.microsoft.com/office/drawing/2014/main" id="{03934A59-FEAC-BBDA-F09D-994B03AB9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3035" y="1325675"/>
            <a:ext cx="595965" cy="262532"/>
          </a:xfrm>
          <a:prstGeom prst="rect">
            <a:avLst/>
          </a:prstGeom>
        </p:spPr>
      </p:pic>
      <p:pic>
        <p:nvPicPr>
          <p:cNvPr id="162" name="图形 161">
            <a:extLst>
              <a:ext uri="{FF2B5EF4-FFF2-40B4-BE49-F238E27FC236}">
                <a16:creationId xmlns:a16="http://schemas.microsoft.com/office/drawing/2014/main" id="{587C2506-19CC-3733-85E9-265767F88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3035" y="1642107"/>
            <a:ext cx="595965" cy="262532"/>
          </a:xfrm>
          <a:prstGeom prst="rect">
            <a:avLst/>
          </a:prstGeom>
        </p:spPr>
      </p:pic>
      <p:pic>
        <p:nvPicPr>
          <p:cNvPr id="163" name="图形 162">
            <a:extLst>
              <a:ext uri="{FF2B5EF4-FFF2-40B4-BE49-F238E27FC236}">
                <a16:creationId xmlns:a16="http://schemas.microsoft.com/office/drawing/2014/main" id="{FA2C682E-78A5-EC09-346F-77F69ED62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3035" y="1963955"/>
            <a:ext cx="595965" cy="262532"/>
          </a:xfrm>
          <a:prstGeom prst="rect">
            <a:avLst/>
          </a:prstGeom>
        </p:spPr>
      </p:pic>
      <p:pic>
        <p:nvPicPr>
          <p:cNvPr id="164" name="图形 163">
            <a:extLst>
              <a:ext uri="{FF2B5EF4-FFF2-40B4-BE49-F238E27FC236}">
                <a16:creationId xmlns:a16="http://schemas.microsoft.com/office/drawing/2014/main" id="{7F024A10-98DA-AEDB-915B-A7422A6B1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3035" y="2282932"/>
            <a:ext cx="595965" cy="262532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3E916A6D-F184-81FD-0893-FC9B7D6D1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3035" y="2601659"/>
            <a:ext cx="595965" cy="262532"/>
          </a:xfrm>
          <a:prstGeom prst="rect">
            <a:avLst/>
          </a:prstGeom>
        </p:spPr>
      </p:pic>
      <p:sp>
        <p:nvSpPr>
          <p:cNvPr id="177" name="箭头: 圆角右 176">
            <a:extLst>
              <a:ext uri="{FF2B5EF4-FFF2-40B4-BE49-F238E27FC236}">
                <a16:creationId xmlns:a16="http://schemas.microsoft.com/office/drawing/2014/main" id="{4EF1C1ED-1F79-3AAB-CD9E-F6FD287E3DF2}"/>
              </a:ext>
            </a:extLst>
          </p:cNvPr>
          <p:cNvSpPr/>
          <p:nvPr/>
        </p:nvSpPr>
        <p:spPr>
          <a:xfrm rot="16200000" flipH="1" flipV="1">
            <a:off x="10355455" y="2998497"/>
            <a:ext cx="1346874" cy="185776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FDB99AAA-3193-ADFE-D393-67F5620BFC77}"/>
              </a:ext>
            </a:extLst>
          </p:cNvPr>
          <p:cNvSpPr/>
          <p:nvPr/>
        </p:nvSpPr>
        <p:spPr>
          <a:xfrm flipH="1">
            <a:off x="10621909" y="242101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F23624F-46EE-17F2-7899-5F1B90186EC8}"/>
              </a:ext>
            </a:extLst>
          </p:cNvPr>
          <p:cNvSpPr/>
          <p:nvPr/>
        </p:nvSpPr>
        <p:spPr>
          <a:xfrm flipH="1">
            <a:off x="10717089" y="242101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3911FEDC-0E4B-EBCF-8843-B9CD1E14F9CD}"/>
              </a:ext>
            </a:extLst>
          </p:cNvPr>
          <p:cNvSpPr/>
          <p:nvPr/>
        </p:nvSpPr>
        <p:spPr>
          <a:xfrm flipH="1">
            <a:off x="10839403" y="242269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流程图: 可选过程 181">
            <a:extLst>
              <a:ext uri="{FF2B5EF4-FFF2-40B4-BE49-F238E27FC236}">
                <a16:creationId xmlns:a16="http://schemas.microsoft.com/office/drawing/2014/main" id="{A0095774-272C-3208-B3BC-F47FCCFE4967}"/>
              </a:ext>
            </a:extLst>
          </p:cNvPr>
          <p:cNvSpPr/>
          <p:nvPr/>
        </p:nvSpPr>
        <p:spPr>
          <a:xfrm>
            <a:off x="10681038" y="3918772"/>
            <a:ext cx="783439" cy="293528"/>
          </a:xfrm>
          <a:prstGeom prst="flowChartAlternateProcess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Top100K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2" name="流程图: 决策 191">
            <a:extLst>
              <a:ext uri="{FF2B5EF4-FFF2-40B4-BE49-F238E27FC236}">
                <a16:creationId xmlns:a16="http://schemas.microsoft.com/office/drawing/2014/main" id="{C20BE4E7-C502-74DE-E2F3-CACC9E9CF1D7}"/>
              </a:ext>
            </a:extLst>
          </p:cNvPr>
          <p:cNvSpPr/>
          <p:nvPr/>
        </p:nvSpPr>
        <p:spPr>
          <a:xfrm>
            <a:off x="9401638" y="4387158"/>
            <a:ext cx="1196291" cy="1545848"/>
          </a:xfrm>
          <a:prstGeom prst="flowChartDecision">
            <a:avLst/>
          </a:prstGeom>
          <a:solidFill>
            <a:srgbClr val="F2F2F2"/>
          </a:solidFill>
          <a:ln w="28575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MSA method</a:t>
            </a:r>
            <a:endParaRPr lang="zh-CN" altLang="en-US" sz="9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矩形: 圆角 192">
            <a:extLst>
              <a:ext uri="{FF2B5EF4-FFF2-40B4-BE49-F238E27FC236}">
                <a16:creationId xmlns:a16="http://schemas.microsoft.com/office/drawing/2014/main" id="{AB6FBE72-335F-C786-7883-DE0D5D2E26B2}"/>
              </a:ext>
            </a:extLst>
          </p:cNvPr>
          <p:cNvSpPr/>
          <p:nvPr/>
        </p:nvSpPr>
        <p:spPr>
          <a:xfrm rot="5400000" flipH="1" flipV="1">
            <a:off x="5411988" y="1244934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F15DF23E-1E11-F365-F7C5-2067E596F433}"/>
              </a:ext>
            </a:extLst>
          </p:cNvPr>
          <p:cNvSpPr/>
          <p:nvPr/>
        </p:nvSpPr>
        <p:spPr>
          <a:xfrm rot="5400000" flipH="1" flipV="1">
            <a:off x="5411988" y="1041935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矩形: 圆角 194">
            <a:extLst>
              <a:ext uri="{FF2B5EF4-FFF2-40B4-BE49-F238E27FC236}">
                <a16:creationId xmlns:a16="http://schemas.microsoft.com/office/drawing/2014/main" id="{65372C2A-24AA-778E-BFF8-BC1C89E7DA4F}"/>
              </a:ext>
            </a:extLst>
          </p:cNvPr>
          <p:cNvSpPr/>
          <p:nvPr/>
        </p:nvSpPr>
        <p:spPr>
          <a:xfrm rot="5400000" flipH="1" flipV="1">
            <a:off x="5411989" y="1807567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41FE7E5E-9B27-0E03-3157-91B9374255EA}"/>
              </a:ext>
            </a:extLst>
          </p:cNvPr>
          <p:cNvSpPr/>
          <p:nvPr/>
        </p:nvSpPr>
        <p:spPr>
          <a:xfrm rot="5400000" flipH="1" flipV="1">
            <a:off x="5411989" y="1604568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8DEA76F3-D03E-266E-AAA9-8574BEB65347}"/>
              </a:ext>
            </a:extLst>
          </p:cNvPr>
          <p:cNvSpPr/>
          <p:nvPr/>
        </p:nvSpPr>
        <p:spPr>
          <a:xfrm rot="5400000" flipH="1" flipV="1">
            <a:off x="5411988" y="1699191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箭头: 圆角右 197">
            <a:extLst>
              <a:ext uri="{FF2B5EF4-FFF2-40B4-BE49-F238E27FC236}">
                <a16:creationId xmlns:a16="http://schemas.microsoft.com/office/drawing/2014/main" id="{9D66C9A7-FF1B-649E-BCEF-C8944A15C3F4}"/>
              </a:ext>
            </a:extLst>
          </p:cNvPr>
          <p:cNvSpPr/>
          <p:nvPr/>
        </p:nvSpPr>
        <p:spPr>
          <a:xfrm flipV="1">
            <a:off x="5592123" y="2026227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9" name="箭头: 圆角右 198">
            <a:extLst>
              <a:ext uri="{FF2B5EF4-FFF2-40B4-BE49-F238E27FC236}">
                <a16:creationId xmlns:a16="http://schemas.microsoft.com/office/drawing/2014/main" id="{77887365-E148-499E-9231-94268A06FFD6}"/>
              </a:ext>
            </a:extLst>
          </p:cNvPr>
          <p:cNvSpPr/>
          <p:nvPr/>
        </p:nvSpPr>
        <p:spPr>
          <a:xfrm>
            <a:off x="5592123" y="688667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F5D44FA3-8A20-7751-CDD5-23990AE7C066}"/>
              </a:ext>
            </a:extLst>
          </p:cNvPr>
          <p:cNvSpPr/>
          <p:nvPr/>
        </p:nvSpPr>
        <p:spPr>
          <a:xfrm rot="5400000" flipH="1" flipV="1">
            <a:off x="6391188" y="1245067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1D1601D1-E41D-E951-1452-389917631B49}"/>
              </a:ext>
            </a:extLst>
          </p:cNvPr>
          <p:cNvSpPr/>
          <p:nvPr/>
        </p:nvSpPr>
        <p:spPr>
          <a:xfrm rot="5400000" flipH="1" flipV="1">
            <a:off x="6391188" y="101793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36700090-A692-E132-0B79-CB6403D3CBB9}"/>
              </a:ext>
            </a:extLst>
          </p:cNvPr>
          <p:cNvSpPr/>
          <p:nvPr/>
        </p:nvSpPr>
        <p:spPr>
          <a:xfrm rot="5400000" flipH="1" flipV="1">
            <a:off x="6391189" y="1807700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1DA7B5AB-7373-85E3-473A-B35AEFEF6244}"/>
              </a:ext>
            </a:extLst>
          </p:cNvPr>
          <p:cNvSpPr/>
          <p:nvPr/>
        </p:nvSpPr>
        <p:spPr>
          <a:xfrm rot="5400000" flipH="1" flipV="1">
            <a:off x="6391189" y="1604701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0D9F5457-280B-3ADA-AFCB-49FEA9B40342}"/>
              </a:ext>
            </a:extLst>
          </p:cNvPr>
          <p:cNvSpPr/>
          <p:nvPr/>
        </p:nvSpPr>
        <p:spPr>
          <a:xfrm rot="5400000" flipH="1" flipV="1">
            <a:off x="6391188" y="135965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47F8ACBA-A53A-924F-69A2-87C5975155DC}"/>
              </a:ext>
            </a:extLst>
          </p:cNvPr>
          <p:cNvSpPr/>
          <p:nvPr/>
        </p:nvSpPr>
        <p:spPr>
          <a:xfrm rot="5400000" flipH="1" flipV="1">
            <a:off x="6391188" y="1699324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箭头: 圆角右 205">
            <a:extLst>
              <a:ext uri="{FF2B5EF4-FFF2-40B4-BE49-F238E27FC236}">
                <a16:creationId xmlns:a16="http://schemas.microsoft.com/office/drawing/2014/main" id="{A4792562-695B-2644-747E-AA5A1D78860B}"/>
              </a:ext>
            </a:extLst>
          </p:cNvPr>
          <p:cNvSpPr/>
          <p:nvPr/>
        </p:nvSpPr>
        <p:spPr>
          <a:xfrm flipH="1" flipV="1">
            <a:off x="6423944" y="2026360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7" name="箭头: 圆角右 206">
            <a:extLst>
              <a:ext uri="{FF2B5EF4-FFF2-40B4-BE49-F238E27FC236}">
                <a16:creationId xmlns:a16="http://schemas.microsoft.com/office/drawing/2014/main" id="{D4886265-E84F-A5FD-F760-6E1EAE4F64CC}"/>
              </a:ext>
            </a:extLst>
          </p:cNvPr>
          <p:cNvSpPr/>
          <p:nvPr/>
        </p:nvSpPr>
        <p:spPr>
          <a:xfrm flipH="1">
            <a:off x="6423943" y="688667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3A048D3D-9367-F614-8780-EF35AB540C81}"/>
              </a:ext>
            </a:extLst>
          </p:cNvPr>
          <p:cNvSpPr/>
          <p:nvPr/>
        </p:nvSpPr>
        <p:spPr>
          <a:xfrm rot="5400000" flipH="1" flipV="1">
            <a:off x="3665296" y="123900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0EB0EE24-8FD9-1899-AC1A-8B9F0B5FEA10}"/>
              </a:ext>
            </a:extLst>
          </p:cNvPr>
          <p:cNvSpPr/>
          <p:nvPr/>
        </p:nvSpPr>
        <p:spPr>
          <a:xfrm rot="5400000" flipH="1" flipV="1">
            <a:off x="3665296" y="1011881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8DDE5250-CDB4-CA6D-2282-3F6439927B0E}"/>
              </a:ext>
            </a:extLst>
          </p:cNvPr>
          <p:cNvSpPr/>
          <p:nvPr/>
        </p:nvSpPr>
        <p:spPr>
          <a:xfrm rot="5400000" flipH="1" flipV="1">
            <a:off x="3665297" y="180164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B67552D6-743F-0C3B-6994-585064E88159}"/>
              </a:ext>
            </a:extLst>
          </p:cNvPr>
          <p:cNvSpPr/>
          <p:nvPr/>
        </p:nvSpPr>
        <p:spPr>
          <a:xfrm rot="5400000" flipH="1" flipV="1">
            <a:off x="3665297" y="159864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7CC5F969-CE02-E803-E809-4EA4B103EE0F}"/>
              </a:ext>
            </a:extLst>
          </p:cNvPr>
          <p:cNvSpPr/>
          <p:nvPr/>
        </p:nvSpPr>
        <p:spPr>
          <a:xfrm rot="5400000" flipH="1" flipV="1">
            <a:off x="3666220" y="135854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C2881C2E-24D7-37C6-5281-53AADB0AD56C}"/>
              </a:ext>
            </a:extLst>
          </p:cNvPr>
          <p:cNvSpPr/>
          <p:nvPr/>
        </p:nvSpPr>
        <p:spPr>
          <a:xfrm rot="5400000" flipH="1" flipV="1">
            <a:off x="3665296" y="169326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箭头: 圆角右 213">
            <a:extLst>
              <a:ext uri="{FF2B5EF4-FFF2-40B4-BE49-F238E27FC236}">
                <a16:creationId xmlns:a16="http://schemas.microsoft.com/office/drawing/2014/main" id="{BAAF1721-520A-AE56-7B03-F62EE6A5E828}"/>
              </a:ext>
            </a:extLst>
          </p:cNvPr>
          <p:cNvSpPr/>
          <p:nvPr/>
        </p:nvSpPr>
        <p:spPr>
          <a:xfrm flipH="1" flipV="1">
            <a:off x="3698052" y="2020302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5" name="箭头: 圆角右 214">
            <a:extLst>
              <a:ext uri="{FF2B5EF4-FFF2-40B4-BE49-F238E27FC236}">
                <a16:creationId xmlns:a16="http://schemas.microsoft.com/office/drawing/2014/main" id="{E7DC6063-4D68-E1EE-64C0-AA593300E686}"/>
              </a:ext>
            </a:extLst>
          </p:cNvPr>
          <p:cNvSpPr/>
          <p:nvPr/>
        </p:nvSpPr>
        <p:spPr>
          <a:xfrm flipH="1">
            <a:off x="3698051" y="682609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6" name="矩形: 圆角 215">
            <a:extLst>
              <a:ext uri="{FF2B5EF4-FFF2-40B4-BE49-F238E27FC236}">
                <a16:creationId xmlns:a16="http://schemas.microsoft.com/office/drawing/2014/main" id="{B4DF7AE0-2192-465E-78E7-066B57BDBB97}"/>
              </a:ext>
            </a:extLst>
          </p:cNvPr>
          <p:cNvSpPr/>
          <p:nvPr/>
        </p:nvSpPr>
        <p:spPr>
          <a:xfrm flipH="1">
            <a:off x="3864097" y="1445735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5BB0B5E6-AA58-C3AA-1E8E-4F120901CE5D}"/>
              </a:ext>
            </a:extLst>
          </p:cNvPr>
          <p:cNvSpPr/>
          <p:nvPr/>
        </p:nvSpPr>
        <p:spPr>
          <a:xfrm flipH="1">
            <a:off x="5464423" y="1441560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79954C41-CB85-663A-C0D9-9BECD1132D95}"/>
              </a:ext>
            </a:extLst>
          </p:cNvPr>
          <p:cNvSpPr/>
          <p:nvPr/>
        </p:nvSpPr>
        <p:spPr>
          <a:xfrm flipH="1">
            <a:off x="6594077" y="1436680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: 圆角 223">
            <a:extLst>
              <a:ext uri="{FF2B5EF4-FFF2-40B4-BE49-F238E27FC236}">
                <a16:creationId xmlns:a16="http://schemas.microsoft.com/office/drawing/2014/main" id="{C3119C86-852C-FC86-A188-6710FAEC49D7}"/>
              </a:ext>
            </a:extLst>
          </p:cNvPr>
          <p:cNvSpPr/>
          <p:nvPr/>
        </p:nvSpPr>
        <p:spPr>
          <a:xfrm flipH="1">
            <a:off x="6746785" y="1434081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5" name="图形 224">
            <a:extLst>
              <a:ext uri="{FF2B5EF4-FFF2-40B4-BE49-F238E27FC236}">
                <a16:creationId xmlns:a16="http://schemas.microsoft.com/office/drawing/2014/main" id="{EAD1686B-E635-5458-8B34-B47ED4D04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186477" y="4257623"/>
            <a:ext cx="553315" cy="243744"/>
          </a:xfrm>
          <a:prstGeom prst="rect">
            <a:avLst/>
          </a:prstGeom>
        </p:spPr>
      </p:pic>
      <p:pic>
        <p:nvPicPr>
          <p:cNvPr id="226" name="图形 225">
            <a:extLst>
              <a:ext uri="{FF2B5EF4-FFF2-40B4-BE49-F238E27FC236}">
                <a16:creationId xmlns:a16="http://schemas.microsoft.com/office/drawing/2014/main" id="{ACE52386-7BA1-5E5C-8E4E-2882C243A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9201070" y="5824135"/>
            <a:ext cx="553315" cy="243744"/>
          </a:xfrm>
          <a:prstGeom prst="rect">
            <a:avLst/>
          </a:prstGeom>
        </p:spPr>
      </p:pic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084A9826-27C4-CCD8-D273-F9678E9B2FC1}"/>
              </a:ext>
            </a:extLst>
          </p:cNvPr>
          <p:cNvSpPr/>
          <p:nvPr/>
        </p:nvSpPr>
        <p:spPr>
          <a:xfrm>
            <a:off x="8047505" y="4139439"/>
            <a:ext cx="1249648" cy="496287"/>
          </a:xfrm>
          <a:prstGeom prst="roundRect">
            <a:avLst/>
          </a:prstGeom>
          <a:noFill/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rMSA</a:t>
            </a:r>
            <a:endParaRPr lang="zh-CN" alt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9F1262EE-0522-A015-C10F-B0838C3422B1}"/>
              </a:ext>
            </a:extLst>
          </p:cNvPr>
          <p:cNvSpPr/>
          <p:nvPr/>
        </p:nvSpPr>
        <p:spPr>
          <a:xfrm>
            <a:off x="8066555" y="5675238"/>
            <a:ext cx="1249648" cy="496287"/>
          </a:xfrm>
          <a:prstGeom prst="roundRect">
            <a:avLst/>
          </a:prstGeom>
          <a:noFill/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trRosettaRNA2.search_MSA</a:t>
            </a:r>
            <a:endParaRPr lang="zh-CN" alt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矩形: 圆角 263">
            <a:extLst>
              <a:ext uri="{FF2B5EF4-FFF2-40B4-BE49-F238E27FC236}">
                <a16:creationId xmlns:a16="http://schemas.microsoft.com/office/drawing/2014/main" id="{753EF62D-3C02-7DA6-6288-AAAF094418FA}"/>
              </a:ext>
            </a:extLst>
          </p:cNvPr>
          <p:cNvSpPr/>
          <p:nvPr/>
        </p:nvSpPr>
        <p:spPr>
          <a:xfrm>
            <a:off x="10588691" y="5137223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57DD7DC3-DAEF-18C9-4D9C-CD42390A0FDB}"/>
              </a:ext>
            </a:extLst>
          </p:cNvPr>
          <p:cNvSpPr/>
          <p:nvPr/>
        </p:nvSpPr>
        <p:spPr>
          <a:xfrm>
            <a:off x="9483634" y="4352752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矩形: 圆角 266">
            <a:extLst>
              <a:ext uri="{FF2B5EF4-FFF2-40B4-BE49-F238E27FC236}">
                <a16:creationId xmlns:a16="http://schemas.microsoft.com/office/drawing/2014/main" id="{02E339FE-EE28-3C89-8323-E50920BD5ACF}"/>
              </a:ext>
            </a:extLst>
          </p:cNvPr>
          <p:cNvSpPr/>
          <p:nvPr/>
        </p:nvSpPr>
        <p:spPr>
          <a:xfrm>
            <a:off x="9489984" y="5921202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: 圆角 267">
            <a:extLst>
              <a:ext uri="{FF2B5EF4-FFF2-40B4-BE49-F238E27FC236}">
                <a16:creationId xmlns:a16="http://schemas.microsoft.com/office/drawing/2014/main" id="{CC954B46-3878-0A37-C4E2-D37B914DB9EC}"/>
              </a:ext>
            </a:extLst>
          </p:cNvPr>
          <p:cNvSpPr/>
          <p:nvPr/>
        </p:nvSpPr>
        <p:spPr>
          <a:xfrm>
            <a:off x="8842788" y="4017422"/>
            <a:ext cx="1758950" cy="4511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(Default)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矩形: 圆角 268">
            <a:extLst>
              <a:ext uri="{FF2B5EF4-FFF2-40B4-BE49-F238E27FC236}">
                <a16:creationId xmlns:a16="http://schemas.microsoft.com/office/drawing/2014/main" id="{6469CCE0-9911-E07F-D98C-338B2E3D6A95}"/>
              </a:ext>
            </a:extLst>
          </p:cNvPr>
          <p:cNvSpPr/>
          <p:nvPr/>
        </p:nvSpPr>
        <p:spPr>
          <a:xfrm rot="5400000" flipH="1" flipV="1">
            <a:off x="7535513" y="4960559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: 圆角 269">
            <a:extLst>
              <a:ext uri="{FF2B5EF4-FFF2-40B4-BE49-F238E27FC236}">
                <a16:creationId xmlns:a16="http://schemas.microsoft.com/office/drawing/2014/main" id="{E42009B4-DE4D-1604-FF1B-7C5F39259DB4}"/>
              </a:ext>
            </a:extLst>
          </p:cNvPr>
          <p:cNvSpPr/>
          <p:nvPr/>
        </p:nvSpPr>
        <p:spPr>
          <a:xfrm rot="5400000" flipH="1" flipV="1">
            <a:off x="7535513" y="4757560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: 圆角 270">
            <a:extLst>
              <a:ext uri="{FF2B5EF4-FFF2-40B4-BE49-F238E27FC236}">
                <a16:creationId xmlns:a16="http://schemas.microsoft.com/office/drawing/2014/main" id="{403B42EC-5C6E-4439-4892-0971BFB9C7A5}"/>
              </a:ext>
            </a:extLst>
          </p:cNvPr>
          <p:cNvSpPr/>
          <p:nvPr/>
        </p:nvSpPr>
        <p:spPr>
          <a:xfrm rot="5400000" flipH="1" flipV="1">
            <a:off x="7535514" y="5523192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89EE1ECF-3442-E65C-B679-1F150B6B07FF}"/>
              </a:ext>
            </a:extLst>
          </p:cNvPr>
          <p:cNvSpPr/>
          <p:nvPr/>
        </p:nvSpPr>
        <p:spPr>
          <a:xfrm rot="5400000" flipH="1" flipV="1">
            <a:off x="7535514" y="5320193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矩形: 圆角 272">
            <a:extLst>
              <a:ext uri="{FF2B5EF4-FFF2-40B4-BE49-F238E27FC236}">
                <a16:creationId xmlns:a16="http://schemas.microsoft.com/office/drawing/2014/main" id="{A07A5C9B-7241-AC5C-FFEC-9E208B4CF4E8}"/>
              </a:ext>
            </a:extLst>
          </p:cNvPr>
          <p:cNvSpPr/>
          <p:nvPr/>
        </p:nvSpPr>
        <p:spPr>
          <a:xfrm rot="5400000" flipH="1" flipV="1">
            <a:off x="7535513" y="5414816"/>
            <a:ext cx="405995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箭头: 圆角右 273">
            <a:extLst>
              <a:ext uri="{FF2B5EF4-FFF2-40B4-BE49-F238E27FC236}">
                <a16:creationId xmlns:a16="http://schemas.microsoft.com/office/drawing/2014/main" id="{997F9F4E-30A9-8A39-B816-AA7B97B8E73E}"/>
              </a:ext>
            </a:extLst>
          </p:cNvPr>
          <p:cNvSpPr/>
          <p:nvPr/>
        </p:nvSpPr>
        <p:spPr>
          <a:xfrm flipV="1">
            <a:off x="7715648" y="5741852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5" name="箭头: 圆角右 274">
            <a:extLst>
              <a:ext uri="{FF2B5EF4-FFF2-40B4-BE49-F238E27FC236}">
                <a16:creationId xmlns:a16="http://schemas.microsoft.com/office/drawing/2014/main" id="{19542B94-D4AA-F792-B43A-BE51DCA07D51}"/>
              </a:ext>
            </a:extLst>
          </p:cNvPr>
          <p:cNvSpPr/>
          <p:nvPr/>
        </p:nvSpPr>
        <p:spPr>
          <a:xfrm>
            <a:off x="7715648" y="4404292"/>
            <a:ext cx="193101" cy="189889"/>
          </a:xfrm>
          <a:prstGeom prst="bentArrow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8" name="矩形: 圆角 277">
            <a:extLst>
              <a:ext uri="{FF2B5EF4-FFF2-40B4-BE49-F238E27FC236}">
                <a16:creationId xmlns:a16="http://schemas.microsoft.com/office/drawing/2014/main" id="{9A77FC12-57B8-FF47-151A-48184BECBBD5}"/>
              </a:ext>
            </a:extLst>
          </p:cNvPr>
          <p:cNvSpPr/>
          <p:nvPr/>
        </p:nvSpPr>
        <p:spPr>
          <a:xfrm>
            <a:off x="5255177" y="4386917"/>
            <a:ext cx="1765211" cy="432924"/>
          </a:xfrm>
          <a:prstGeom prst="roundRect">
            <a:avLst/>
          </a:prstGeom>
          <a:solidFill>
            <a:srgbClr val="F0C8B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矩形: 圆角 280">
            <a:extLst>
              <a:ext uri="{FF2B5EF4-FFF2-40B4-BE49-F238E27FC236}">
                <a16:creationId xmlns:a16="http://schemas.microsoft.com/office/drawing/2014/main" id="{77B047EA-F720-5367-092E-613ECCBE622C}"/>
              </a:ext>
            </a:extLst>
          </p:cNvPr>
          <p:cNvSpPr/>
          <p:nvPr/>
        </p:nvSpPr>
        <p:spPr>
          <a:xfrm>
            <a:off x="5252123" y="4833973"/>
            <a:ext cx="1768265" cy="432924"/>
          </a:xfrm>
          <a:prstGeom prst="roundRect">
            <a:avLst/>
          </a:prstGeom>
          <a:solidFill>
            <a:srgbClr val="F0C8B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矩形: 圆角 281">
            <a:extLst>
              <a:ext uri="{FF2B5EF4-FFF2-40B4-BE49-F238E27FC236}">
                <a16:creationId xmlns:a16="http://schemas.microsoft.com/office/drawing/2014/main" id="{6DBEB8DE-875B-9C5B-EBAE-B8CF2823D768}"/>
              </a:ext>
            </a:extLst>
          </p:cNvPr>
          <p:cNvSpPr/>
          <p:nvPr/>
        </p:nvSpPr>
        <p:spPr>
          <a:xfrm>
            <a:off x="5252141" y="5663808"/>
            <a:ext cx="1765211" cy="432924"/>
          </a:xfrm>
          <a:prstGeom prst="roundRect">
            <a:avLst/>
          </a:prstGeom>
          <a:solidFill>
            <a:srgbClr val="F0C8B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8EDF49A-99F4-911F-6DFE-2F2431823FE6}"/>
              </a:ext>
            </a:extLst>
          </p:cNvPr>
          <p:cNvSpPr/>
          <p:nvPr/>
        </p:nvSpPr>
        <p:spPr>
          <a:xfrm>
            <a:off x="5252141" y="5183765"/>
            <a:ext cx="1768247" cy="604668"/>
          </a:xfrm>
          <a:prstGeom prst="rect">
            <a:avLst/>
          </a:prstGeom>
          <a:solidFill>
            <a:srgbClr val="F0C8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47B54318-0834-3735-76B1-6330E875432E}"/>
              </a:ext>
            </a:extLst>
          </p:cNvPr>
          <p:cNvSpPr/>
          <p:nvPr/>
        </p:nvSpPr>
        <p:spPr>
          <a:xfrm>
            <a:off x="7208569" y="5137223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6" name="图形 285">
            <a:extLst>
              <a:ext uri="{FF2B5EF4-FFF2-40B4-BE49-F238E27FC236}">
                <a16:creationId xmlns:a16="http://schemas.microsoft.com/office/drawing/2014/main" id="{BF12DD99-B528-3C7A-0F98-4F46A4BEA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6939962" y="5038210"/>
            <a:ext cx="553315" cy="243744"/>
          </a:xfrm>
          <a:prstGeom prst="rect">
            <a:avLst/>
          </a:prstGeom>
        </p:spPr>
      </p:pic>
      <p:pic>
        <p:nvPicPr>
          <p:cNvPr id="294" name="图形 293">
            <a:extLst>
              <a:ext uri="{FF2B5EF4-FFF2-40B4-BE49-F238E27FC236}">
                <a16:creationId xmlns:a16="http://schemas.microsoft.com/office/drawing/2014/main" id="{C0A9D5E3-13CF-B8CC-44DA-222F4DDE77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18895" y="4416374"/>
            <a:ext cx="216000" cy="366947"/>
          </a:xfrm>
          <a:prstGeom prst="rect">
            <a:avLst/>
          </a:prstGeom>
        </p:spPr>
      </p:pic>
      <p:pic>
        <p:nvPicPr>
          <p:cNvPr id="300" name="图形 299">
            <a:extLst>
              <a:ext uri="{FF2B5EF4-FFF2-40B4-BE49-F238E27FC236}">
                <a16:creationId xmlns:a16="http://schemas.microsoft.com/office/drawing/2014/main" id="{61BF938F-F6EC-0BAD-B99B-AE6827988A4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24204" y="5261367"/>
            <a:ext cx="342947" cy="361232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6559F83C-9BB9-CDD8-B40B-2B9C6E5C2A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75354" y="4881559"/>
            <a:ext cx="440647" cy="367001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99E5462F-EE17-E60F-7DF8-DDD092FE49E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3151" y="5599014"/>
            <a:ext cx="405053" cy="471011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76B92304-B925-E817-81E8-6BB7AA63569D}"/>
              </a:ext>
            </a:extLst>
          </p:cNvPr>
          <p:cNvSpPr/>
          <p:nvPr/>
        </p:nvSpPr>
        <p:spPr>
          <a:xfrm rot="16200000" flipH="1">
            <a:off x="5611653" y="4581541"/>
            <a:ext cx="228682" cy="45719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8D3E5BBA-DF7E-6BF2-CE16-A1F115F9BD2A}"/>
              </a:ext>
            </a:extLst>
          </p:cNvPr>
          <p:cNvSpPr/>
          <p:nvPr/>
        </p:nvSpPr>
        <p:spPr>
          <a:xfrm>
            <a:off x="5667452" y="4420625"/>
            <a:ext cx="113902" cy="98191"/>
          </a:xfrm>
          <a:prstGeom prst="triangle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91C4953-FFB4-FD05-10A5-FC7014EC8054}"/>
              </a:ext>
            </a:extLst>
          </p:cNvPr>
          <p:cNvSpPr/>
          <p:nvPr/>
        </p:nvSpPr>
        <p:spPr>
          <a:xfrm rot="16200000" flipH="1">
            <a:off x="6118142" y="4582919"/>
            <a:ext cx="228682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1C1BAF2F-7FD0-B123-8A02-B6018F8B1DD5}"/>
              </a:ext>
            </a:extLst>
          </p:cNvPr>
          <p:cNvSpPr/>
          <p:nvPr/>
        </p:nvSpPr>
        <p:spPr>
          <a:xfrm>
            <a:off x="6177734" y="4414295"/>
            <a:ext cx="113533" cy="113533"/>
          </a:xfrm>
          <a:prstGeom prst="flowChartConnector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D171D8E-AE78-0BFD-8803-ECD0B16C49C6}"/>
              </a:ext>
            </a:extLst>
          </p:cNvPr>
          <p:cNvSpPr/>
          <p:nvPr/>
        </p:nvSpPr>
        <p:spPr>
          <a:xfrm rot="16200000" flipH="1">
            <a:off x="6624206" y="4581545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99ECB6C-3CF3-2311-4D1E-D920A51ACD4F}"/>
              </a:ext>
            </a:extLst>
          </p:cNvPr>
          <p:cNvSpPr/>
          <p:nvPr/>
        </p:nvSpPr>
        <p:spPr>
          <a:xfrm>
            <a:off x="6682814" y="4421802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流程图: 决策 68">
            <a:extLst>
              <a:ext uri="{FF2B5EF4-FFF2-40B4-BE49-F238E27FC236}">
                <a16:creationId xmlns:a16="http://schemas.microsoft.com/office/drawing/2014/main" id="{F023FA5D-1B92-07C2-85D1-1EA933C327B5}"/>
              </a:ext>
            </a:extLst>
          </p:cNvPr>
          <p:cNvSpPr/>
          <p:nvPr/>
        </p:nvSpPr>
        <p:spPr>
          <a:xfrm flipV="1">
            <a:off x="5901205" y="4407569"/>
            <a:ext cx="148478" cy="99481"/>
          </a:xfrm>
          <a:prstGeom prst="flowChartDecision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F53678A-C8FE-BE9A-34EC-2E6A1528D768}"/>
              </a:ext>
            </a:extLst>
          </p:cNvPr>
          <p:cNvSpPr/>
          <p:nvPr/>
        </p:nvSpPr>
        <p:spPr>
          <a:xfrm rot="16200000" flipH="1">
            <a:off x="5859980" y="4580524"/>
            <a:ext cx="228682" cy="45719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2911817-7919-71AA-75F5-46254BB957C6}"/>
              </a:ext>
            </a:extLst>
          </p:cNvPr>
          <p:cNvSpPr/>
          <p:nvPr/>
        </p:nvSpPr>
        <p:spPr>
          <a:xfrm rot="16200000" flipH="1">
            <a:off x="6371610" y="4580520"/>
            <a:ext cx="228682" cy="45719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>
            <a:extLst>
              <a:ext uri="{FF2B5EF4-FFF2-40B4-BE49-F238E27FC236}">
                <a16:creationId xmlns:a16="http://schemas.microsoft.com/office/drawing/2014/main" id="{320A9790-3077-1A9D-3EFB-34B04CDFD55A}"/>
              </a:ext>
            </a:extLst>
          </p:cNvPr>
          <p:cNvSpPr/>
          <p:nvPr/>
        </p:nvSpPr>
        <p:spPr>
          <a:xfrm>
            <a:off x="6427409" y="4419604"/>
            <a:ext cx="113902" cy="98191"/>
          </a:xfrm>
          <a:prstGeom prst="triangle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流程图: 决策 111">
            <a:extLst>
              <a:ext uri="{FF2B5EF4-FFF2-40B4-BE49-F238E27FC236}">
                <a16:creationId xmlns:a16="http://schemas.microsoft.com/office/drawing/2014/main" id="{55B101F1-C091-CD86-2525-31F2E400E183}"/>
              </a:ext>
            </a:extLst>
          </p:cNvPr>
          <p:cNvSpPr/>
          <p:nvPr/>
        </p:nvSpPr>
        <p:spPr>
          <a:xfrm flipV="1">
            <a:off x="5657002" y="4889968"/>
            <a:ext cx="148478" cy="99481"/>
          </a:xfrm>
          <a:prstGeom prst="flowChartDecision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BEC2EE17-84D5-551E-1921-6A7D8977C620}"/>
              </a:ext>
            </a:extLst>
          </p:cNvPr>
          <p:cNvSpPr/>
          <p:nvPr/>
        </p:nvSpPr>
        <p:spPr>
          <a:xfrm rot="16200000" flipH="1">
            <a:off x="5615777" y="5062923"/>
            <a:ext cx="228682" cy="45719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5626D97-E3B0-3D61-71BC-4E814A6DAAB5}"/>
              </a:ext>
            </a:extLst>
          </p:cNvPr>
          <p:cNvSpPr/>
          <p:nvPr/>
        </p:nvSpPr>
        <p:spPr>
          <a:xfrm rot="16200000" flipH="1">
            <a:off x="6627389" y="5062926"/>
            <a:ext cx="228682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流程图: 接点 114">
            <a:extLst>
              <a:ext uri="{FF2B5EF4-FFF2-40B4-BE49-F238E27FC236}">
                <a16:creationId xmlns:a16="http://schemas.microsoft.com/office/drawing/2014/main" id="{35713575-7E79-BDA7-EF70-4A74D656F3D1}"/>
              </a:ext>
            </a:extLst>
          </p:cNvPr>
          <p:cNvSpPr/>
          <p:nvPr/>
        </p:nvSpPr>
        <p:spPr>
          <a:xfrm>
            <a:off x="6686980" y="4894301"/>
            <a:ext cx="113533" cy="113533"/>
          </a:xfrm>
          <a:prstGeom prst="flowChartConnector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流程图: 决策 117">
            <a:extLst>
              <a:ext uri="{FF2B5EF4-FFF2-40B4-BE49-F238E27FC236}">
                <a16:creationId xmlns:a16="http://schemas.microsoft.com/office/drawing/2014/main" id="{735DC43F-DFA1-29B4-FE06-96385237BD24}"/>
              </a:ext>
            </a:extLst>
          </p:cNvPr>
          <p:cNvSpPr/>
          <p:nvPr/>
        </p:nvSpPr>
        <p:spPr>
          <a:xfrm flipV="1">
            <a:off x="6416958" y="4889970"/>
            <a:ext cx="148478" cy="99481"/>
          </a:xfrm>
          <a:prstGeom prst="flowChartDecision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023C7050-FF21-7BBB-8153-C19FDB9A39E9}"/>
              </a:ext>
            </a:extLst>
          </p:cNvPr>
          <p:cNvSpPr/>
          <p:nvPr/>
        </p:nvSpPr>
        <p:spPr>
          <a:xfrm rot="16200000" flipH="1">
            <a:off x="6375733" y="5062925"/>
            <a:ext cx="228682" cy="45719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AA97D62-C413-E7CC-0253-527F183068A6}"/>
              </a:ext>
            </a:extLst>
          </p:cNvPr>
          <p:cNvSpPr/>
          <p:nvPr/>
        </p:nvSpPr>
        <p:spPr>
          <a:xfrm rot="16200000" flipH="1">
            <a:off x="5865745" y="5068937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625F986-6814-ADDE-953E-3B6FDE8D9DE8}"/>
              </a:ext>
            </a:extLst>
          </p:cNvPr>
          <p:cNvSpPr/>
          <p:nvPr/>
        </p:nvSpPr>
        <p:spPr>
          <a:xfrm>
            <a:off x="5924354" y="4903058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1AA4FFB-3EEB-9D6D-1D55-D5F31601D7D8}"/>
              </a:ext>
            </a:extLst>
          </p:cNvPr>
          <p:cNvSpPr/>
          <p:nvPr/>
        </p:nvSpPr>
        <p:spPr>
          <a:xfrm rot="16200000" flipH="1">
            <a:off x="6117386" y="5062925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D1A6D445-9841-1F1F-8F2B-08E12E5F8958}"/>
              </a:ext>
            </a:extLst>
          </p:cNvPr>
          <p:cNvSpPr/>
          <p:nvPr/>
        </p:nvSpPr>
        <p:spPr>
          <a:xfrm>
            <a:off x="6175995" y="4903184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C4E85B0B-92C1-DD7F-BC39-05842C9FD033}"/>
              </a:ext>
            </a:extLst>
          </p:cNvPr>
          <p:cNvSpPr/>
          <p:nvPr/>
        </p:nvSpPr>
        <p:spPr>
          <a:xfrm rot="16200000" flipH="1">
            <a:off x="5610674" y="5448121"/>
            <a:ext cx="228682" cy="45719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等腰三角形 248">
            <a:extLst>
              <a:ext uri="{FF2B5EF4-FFF2-40B4-BE49-F238E27FC236}">
                <a16:creationId xmlns:a16="http://schemas.microsoft.com/office/drawing/2014/main" id="{86F97A15-74FD-D9DF-7BFF-85D4A105E002}"/>
              </a:ext>
            </a:extLst>
          </p:cNvPr>
          <p:cNvSpPr/>
          <p:nvPr/>
        </p:nvSpPr>
        <p:spPr>
          <a:xfrm>
            <a:off x="5666473" y="5287205"/>
            <a:ext cx="113902" cy="98191"/>
          </a:xfrm>
          <a:prstGeom prst="triangle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F7E31A5B-3BCD-B6BF-504D-DF02A6C37372}"/>
              </a:ext>
            </a:extLst>
          </p:cNvPr>
          <p:cNvSpPr/>
          <p:nvPr/>
        </p:nvSpPr>
        <p:spPr>
          <a:xfrm rot="16200000" flipH="1">
            <a:off x="5861265" y="5448121"/>
            <a:ext cx="228682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流程图: 接点 250">
            <a:extLst>
              <a:ext uri="{FF2B5EF4-FFF2-40B4-BE49-F238E27FC236}">
                <a16:creationId xmlns:a16="http://schemas.microsoft.com/office/drawing/2014/main" id="{3FF4663F-6552-F744-DB3C-B69224297CE9}"/>
              </a:ext>
            </a:extLst>
          </p:cNvPr>
          <p:cNvSpPr/>
          <p:nvPr/>
        </p:nvSpPr>
        <p:spPr>
          <a:xfrm>
            <a:off x="5920857" y="5279497"/>
            <a:ext cx="113533" cy="113533"/>
          </a:xfrm>
          <a:prstGeom prst="flowChartConnector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流程图: 决策 251">
            <a:extLst>
              <a:ext uri="{FF2B5EF4-FFF2-40B4-BE49-F238E27FC236}">
                <a16:creationId xmlns:a16="http://schemas.microsoft.com/office/drawing/2014/main" id="{B7E982E6-562B-0989-33F8-8A51353D04A8}"/>
              </a:ext>
            </a:extLst>
          </p:cNvPr>
          <p:cNvSpPr/>
          <p:nvPr/>
        </p:nvSpPr>
        <p:spPr>
          <a:xfrm flipV="1">
            <a:off x="6161850" y="5275165"/>
            <a:ext cx="148478" cy="99481"/>
          </a:xfrm>
          <a:prstGeom prst="flowChartDecision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9E2936C8-87B6-B623-249D-26F297A42C30}"/>
              </a:ext>
            </a:extLst>
          </p:cNvPr>
          <p:cNvSpPr/>
          <p:nvPr/>
        </p:nvSpPr>
        <p:spPr>
          <a:xfrm rot="16200000" flipH="1">
            <a:off x="6120625" y="5448120"/>
            <a:ext cx="228682" cy="45719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32DF73CE-6A96-6CA3-BCFB-F889F17A7D22}"/>
              </a:ext>
            </a:extLst>
          </p:cNvPr>
          <p:cNvSpPr/>
          <p:nvPr/>
        </p:nvSpPr>
        <p:spPr>
          <a:xfrm rot="16200000" flipH="1">
            <a:off x="6373614" y="5454133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ED2425BA-6F54-DFDC-2978-4BAFBFB249E0}"/>
              </a:ext>
            </a:extLst>
          </p:cNvPr>
          <p:cNvSpPr/>
          <p:nvPr/>
        </p:nvSpPr>
        <p:spPr>
          <a:xfrm>
            <a:off x="6432223" y="5294392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5E350486-F2D3-5338-000E-E74717D95914}"/>
              </a:ext>
            </a:extLst>
          </p:cNvPr>
          <p:cNvSpPr/>
          <p:nvPr/>
        </p:nvSpPr>
        <p:spPr>
          <a:xfrm rot="16200000" flipH="1">
            <a:off x="6630342" y="5451939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6666F591-BD01-24EA-39CA-878480153757}"/>
              </a:ext>
            </a:extLst>
          </p:cNvPr>
          <p:cNvSpPr/>
          <p:nvPr/>
        </p:nvSpPr>
        <p:spPr>
          <a:xfrm>
            <a:off x="6688951" y="5292198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FC9E536B-49D0-1441-5FA8-EBCCEF79A86C}"/>
              </a:ext>
            </a:extLst>
          </p:cNvPr>
          <p:cNvSpPr/>
          <p:nvPr/>
        </p:nvSpPr>
        <p:spPr>
          <a:xfrm rot="16200000" flipH="1">
            <a:off x="6634124" y="5858097"/>
            <a:ext cx="228682" cy="45719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等腰三角形 258">
            <a:extLst>
              <a:ext uri="{FF2B5EF4-FFF2-40B4-BE49-F238E27FC236}">
                <a16:creationId xmlns:a16="http://schemas.microsoft.com/office/drawing/2014/main" id="{D65B6BFD-ACD0-208B-2CBE-C19DA2732E12}"/>
              </a:ext>
            </a:extLst>
          </p:cNvPr>
          <p:cNvSpPr/>
          <p:nvPr/>
        </p:nvSpPr>
        <p:spPr>
          <a:xfrm>
            <a:off x="6689923" y="5697181"/>
            <a:ext cx="113902" cy="98191"/>
          </a:xfrm>
          <a:prstGeom prst="triangle">
            <a:avLst/>
          </a:prstGeom>
          <a:solidFill>
            <a:srgbClr val="4A1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B3A366C1-C342-0071-394B-99F36711EEEF}"/>
              </a:ext>
            </a:extLst>
          </p:cNvPr>
          <p:cNvSpPr/>
          <p:nvPr/>
        </p:nvSpPr>
        <p:spPr>
          <a:xfrm rot="16200000" flipH="1">
            <a:off x="5614374" y="5858096"/>
            <a:ext cx="228682" cy="45719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流程图: 接点 260">
            <a:extLst>
              <a:ext uri="{FF2B5EF4-FFF2-40B4-BE49-F238E27FC236}">
                <a16:creationId xmlns:a16="http://schemas.microsoft.com/office/drawing/2014/main" id="{F46A2679-2FE9-B128-FA38-CCF4535A75AC}"/>
              </a:ext>
            </a:extLst>
          </p:cNvPr>
          <p:cNvSpPr/>
          <p:nvPr/>
        </p:nvSpPr>
        <p:spPr>
          <a:xfrm>
            <a:off x="5673966" y="5689472"/>
            <a:ext cx="113533" cy="113533"/>
          </a:xfrm>
          <a:prstGeom prst="flowChartConnector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885DD9CE-B75B-153E-E088-3FFD29B2F2EC}"/>
              </a:ext>
            </a:extLst>
          </p:cNvPr>
          <p:cNvSpPr/>
          <p:nvPr/>
        </p:nvSpPr>
        <p:spPr>
          <a:xfrm rot="16200000" flipH="1">
            <a:off x="5871411" y="5858095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77C602F7-FFBE-2CAF-26AB-3E6A5BF2A5E9}"/>
              </a:ext>
            </a:extLst>
          </p:cNvPr>
          <p:cNvSpPr/>
          <p:nvPr/>
        </p:nvSpPr>
        <p:spPr>
          <a:xfrm>
            <a:off x="5930020" y="5698354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70611555-A402-EA67-1479-54F150DE5EF4}"/>
              </a:ext>
            </a:extLst>
          </p:cNvPr>
          <p:cNvSpPr/>
          <p:nvPr/>
        </p:nvSpPr>
        <p:spPr>
          <a:xfrm rot="16200000" flipH="1">
            <a:off x="6122002" y="5858095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8958397D-7277-6FC0-D0F7-F9381BC21221}"/>
              </a:ext>
            </a:extLst>
          </p:cNvPr>
          <p:cNvSpPr/>
          <p:nvPr/>
        </p:nvSpPr>
        <p:spPr>
          <a:xfrm>
            <a:off x="6180611" y="5698354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61B88C45-31E5-8665-0F91-8D20C69E1DFA}"/>
              </a:ext>
            </a:extLst>
          </p:cNvPr>
          <p:cNvSpPr/>
          <p:nvPr/>
        </p:nvSpPr>
        <p:spPr>
          <a:xfrm rot="16200000" flipH="1">
            <a:off x="6378729" y="5858097"/>
            <a:ext cx="228682" cy="45719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953494F3-A5A6-5731-A121-3A5880ECBDA9}"/>
              </a:ext>
            </a:extLst>
          </p:cNvPr>
          <p:cNvSpPr/>
          <p:nvPr/>
        </p:nvSpPr>
        <p:spPr>
          <a:xfrm>
            <a:off x="6437338" y="5698356"/>
            <a:ext cx="114661" cy="1038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EB0EF877-8605-043C-7055-54F0D7418A78}"/>
              </a:ext>
            </a:extLst>
          </p:cNvPr>
          <p:cNvSpPr/>
          <p:nvPr/>
        </p:nvSpPr>
        <p:spPr>
          <a:xfrm>
            <a:off x="4738168" y="5137223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7" name="图形 286">
            <a:extLst>
              <a:ext uri="{FF2B5EF4-FFF2-40B4-BE49-F238E27FC236}">
                <a16:creationId xmlns:a16="http://schemas.microsoft.com/office/drawing/2014/main" id="{9FA03E1C-87AE-1DD7-8940-26BE96B42B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4518283" y="5038210"/>
            <a:ext cx="553315" cy="243744"/>
          </a:xfrm>
          <a:prstGeom prst="rect">
            <a:avLst/>
          </a:prstGeom>
        </p:spPr>
      </p:pic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B14E60A0-50CD-CBAD-72D5-45859F566B3F}"/>
              </a:ext>
            </a:extLst>
          </p:cNvPr>
          <p:cNvSpPr/>
          <p:nvPr/>
        </p:nvSpPr>
        <p:spPr>
          <a:xfrm>
            <a:off x="3499722" y="4939517"/>
            <a:ext cx="1145921" cy="441129"/>
          </a:xfrm>
          <a:prstGeom prst="roundRect">
            <a:avLst/>
          </a:prstGeom>
          <a:noFill/>
          <a:ln w="19050">
            <a:solidFill>
              <a:srgbClr val="4A55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trRosettaRNA</a:t>
            </a:r>
            <a:endParaRPr lang="zh-CN" alt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9" name="矩形: 圆角 288">
            <a:extLst>
              <a:ext uri="{FF2B5EF4-FFF2-40B4-BE49-F238E27FC236}">
                <a16:creationId xmlns:a16="http://schemas.microsoft.com/office/drawing/2014/main" id="{F4C71FE3-F62D-F661-AC2A-7267C9F070A4}"/>
              </a:ext>
            </a:extLst>
          </p:cNvPr>
          <p:cNvSpPr/>
          <p:nvPr/>
        </p:nvSpPr>
        <p:spPr>
          <a:xfrm>
            <a:off x="2984971" y="5137223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0" name="图形 289">
            <a:extLst>
              <a:ext uri="{FF2B5EF4-FFF2-40B4-BE49-F238E27FC236}">
                <a16:creationId xmlns:a16="http://schemas.microsoft.com/office/drawing/2014/main" id="{C9874A79-EE34-8356-0CA6-96B180B604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709320" y="5038210"/>
            <a:ext cx="553315" cy="243744"/>
          </a:xfrm>
          <a:prstGeom prst="rect">
            <a:avLst/>
          </a:prstGeom>
        </p:spPr>
      </p:pic>
      <p:sp>
        <p:nvSpPr>
          <p:cNvPr id="298" name="矩形: 圆角 297">
            <a:extLst>
              <a:ext uri="{FF2B5EF4-FFF2-40B4-BE49-F238E27FC236}">
                <a16:creationId xmlns:a16="http://schemas.microsoft.com/office/drawing/2014/main" id="{D5003095-38CA-6DE9-602F-E037CAD59B50}"/>
              </a:ext>
            </a:extLst>
          </p:cNvPr>
          <p:cNvSpPr/>
          <p:nvPr/>
        </p:nvSpPr>
        <p:spPr>
          <a:xfrm flipV="1">
            <a:off x="7618941" y="2479202"/>
            <a:ext cx="533416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42C2987E-57E5-853B-1F61-6098889DED87}"/>
              </a:ext>
            </a:extLst>
          </p:cNvPr>
          <p:cNvSpPr/>
          <p:nvPr/>
        </p:nvSpPr>
        <p:spPr>
          <a:xfrm>
            <a:off x="7195878" y="2479202"/>
            <a:ext cx="514751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2" name="图形 301">
            <a:extLst>
              <a:ext uri="{FF2B5EF4-FFF2-40B4-BE49-F238E27FC236}">
                <a16:creationId xmlns:a16="http://schemas.microsoft.com/office/drawing/2014/main" id="{94B67233-3E7B-8428-35A5-5FED29B88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V="1">
            <a:off x="10797085" y="3595875"/>
            <a:ext cx="553315" cy="274784"/>
          </a:xfrm>
          <a:prstGeom prst="rect">
            <a:avLst/>
          </a:prstGeom>
        </p:spPr>
      </p:pic>
      <p:sp>
        <p:nvSpPr>
          <p:cNvPr id="303" name="矩形 302">
            <a:extLst>
              <a:ext uri="{FF2B5EF4-FFF2-40B4-BE49-F238E27FC236}">
                <a16:creationId xmlns:a16="http://schemas.microsoft.com/office/drawing/2014/main" id="{4C99262E-37A4-C41F-02C1-F63E185F0EAB}"/>
              </a:ext>
            </a:extLst>
          </p:cNvPr>
          <p:cNvSpPr/>
          <p:nvPr/>
        </p:nvSpPr>
        <p:spPr>
          <a:xfrm rot="5400000">
            <a:off x="10591697" y="4671198"/>
            <a:ext cx="972654" cy="5083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" name="图片 306">
            <a:extLst>
              <a:ext uri="{FF2B5EF4-FFF2-40B4-BE49-F238E27FC236}">
                <a16:creationId xmlns:a16="http://schemas.microsoft.com/office/drawing/2014/main" id="{5B12AD96-92BE-5EF4-7894-01D178B056C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43" y="3157040"/>
            <a:ext cx="655236" cy="607780"/>
          </a:xfrm>
          <a:prstGeom prst="rect">
            <a:avLst/>
          </a:prstGeom>
        </p:spPr>
      </p:pic>
      <p:sp>
        <p:nvSpPr>
          <p:cNvPr id="308" name="矩形 307">
            <a:extLst>
              <a:ext uri="{FF2B5EF4-FFF2-40B4-BE49-F238E27FC236}">
                <a16:creationId xmlns:a16="http://schemas.microsoft.com/office/drawing/2014/main" id="{2D57D247-074B-519A-034E-80C9F57469D4}"/>
              </a:ext>
            </a:extLst>
          </p:cNvPr>
          <p:cNvSpPr/>
          <p:nvPr/>
        </p:nvSpPr>
        <p:spPr>
          <a:xfrm>
            <a:off x="917028" y="3254478"/>
            <a:ext cx="1597720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sequence</a:t>
            </a:r>
            <a:endParaRPr lang="zh-CN" alt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矩形: 圆角 309">
            <a:extLst>
              <a:ext uri="{FF2B5EF4-FFF2-40B4-BE49-F238E27FC236}">
                <a16:creationId xmlns:a16="http://schemas.microsoft.com/office/drawing/2014/main" id="{6EE05485-379D-1C8E-9906-096D62946732}"/>
              </a:ext>
            </a:extLst>
          </p:cNvPr>
          <p:cNvSpPr/>
          <p:nvPr/>
        </p:nvSpPr>
        <p:spPr>
          <a:xfrm flipH="1">
            <a:off x="3806026" y="3494733"/>
            <a:ext cx="16709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3" name="图形 312">
            <a:extLst>
              <a:ext uri="{FF2B5EF4-FFF2-40B4-BE49-F238E27FC236}">
                <a16:creationId xmlns:a16="http://schemas.microsoft.com/office/drawing/2014/main" id="{79924BA9-CF7F-1461-83C3-A8825D15743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997613" y="1284551"/>
            <a:ext cx="359849" cy="359849"/>
          </a:xfrm>
          <a:prstGeom prst="rect">
            <a:avLst/>
          </a:prstGeom>
        </p:spPr>
      </p:pic>
      <p:pic>
        <p:nvPicPr>
          <p:cNvPr id="326" name="图形 325">
            <a:extLst>
              <a:ext uri="{FF2B5EF4-FFF2-40B4-BE49-F238E27FC236}">
                <a16:creationId xmlns:a16="http://schemas.microsoft.com/office/drawing/2014/main" id="{8344C0E2-BA7A-8B50-F6F8-534D2E5233C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29572" y="1307161"/>
            <a:ext cx="299560" cy="299560"/>
          </a:xfrm>
          <a:prstGeom prst="rect">
            <a:avLst/>
          </a:prstGeom>
        </p:spPr>
      </p:pic>
      <p:sp>
        <p:nvSpPr>
          <p:cNvPr id="327" name="矩形 326">
            <a:extLst>
              <a:ext uri="{FF2B5EF4-FFF2-40B4-BE49-F238E27FC236}">
                <a16:creationId xmlns:a16="http://schemas.microsoft.com/office/drawing/2014/main" id="{7F3EDA70-E16B-A63A-1A40-5951F88D4194}"/>
              </a:ext>
            </a:extLst>
          </p:cNvPr>
          <p:cNvSpPr/>
          <p:nvPr/>
        </p:nvSpPr>
        <p:spPr>
          <a:xfrm>
            <a:off x="741661" y="1205947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RNACentral Database</a:t>
            </a:r>
            <a:endParaRPr lang="zh-CN" altLang="en-US" sz="11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:a16="http://schemas.microsoft.com/office/drawing/2014/main" id="{BA1F8F12-4289-FCB0-4C8B-3EF5FE95263B}"/>
              </a:ext>
            </a:extLst>
          </p:cNvPr>
          <p:cNvSpPr/>
          <p:nvPr/>
        </p:nvSpPr>
        <p:spPr>
          <a:xfrm>
            <a:off x="463128" y="553528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ncRNAHD</a:t>
            </a:r>
            <a:endParaRPr lang="zh-CN" altLang="en-US" sz="1400">
              <a:solidFill>
                <a:schemeClr val="accent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矩形 330">
            <a:extLst>
              <a:ext uri="{FF2B5EF4-FFF2-40B4-BE49-F238E27FC236}">
                <a16:creationId xmlns:a16="http://schemas.microsoft.com/office/drawing/2014/main" id="{E55E67ED-B336-C504-FE35-9896309B3A89}"/>
              </a:ext>
            </a:extLst>
          </p:cNvPr>
          <p:cNvSpPr/>
          <p:nvPr/>
        </p:nvSpPr>
        <p:spPr>
          <a:xfrm>
            <a:off x="2360693" y="269045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 sequence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矩形: 圆角 331">
            <a:extLst>
              <a:ext uri="{FF2B5EF4-FFF2-40B4-BE49-F238E27FC236}">
                <a16:creationId xmlns:a16="http://schemas.microsoft.com/office/drawing/2014/main" id="{64EEBB48-84F9-1254-B7B2-37C27756E248}"/>
              </a:ext>
            </a:extLst>
          </p:cNvPr>
          <p:cNvSpPr/>
          <p:nvPr/>
        </p:nvSpPr>
        <p:spPr>
          <a:xfrm rot="10800000" flipV="1">
            <a:off x="3059353" y="1012852"/>
            <a:ext cx="613744" cy="243744"/>
          </a:xfrm>
          <a:prstGeom prst="roundRect">
            <a:avLst/>
          </a:prstGeom>
          <a:solidFill>
            <a:srgbClr val="4A148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2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矩形: 圆角 332">
            <a:extLst>
              <a:ext uri="{FF2B5EF4-FFF2-40B4-BE49-F238E27FC236}">
                <a16:creationId xmlns:a16="http://schemas.microsoft.com/office/drawing/2014/main" id="{DC6C568F-1BBE-B2A2-FCDC-D79BCD2A29A7}"/>
              </a:ext>
            </a:extLst>
          </p:cNvPr>
          <p:cNvSpPr/>
          <p:nvPr/>
        </p:nvSpPr>
        <p:spPr>
          <a:xfrm rot="10800000" flipV="1">
            <a:off x="3053947" y="680560"/>
            <a:ext cx="613744" cy="243744"/>
          </a:xfrm>
          <a:prstGeom prst="roundRect">
            <a:avLst/>
          </a:prstGeom>
          <a:solidFill>
            <a:srgbClr val="E8C8D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1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矩形: 圆角 333">
            <a:extLst>
              <a:ext uri="{FF2B5EF4-FFF2-40B4-BE49-F238E27FC236}">
                <a16:creationId xmlns:a16="http://schemas.microsoft.com/office/drawing/2014/main" id="{84C9FC9C-880C-90C1-9494-94ADA2FAC0FD}"/>
              </a:ext>
            </a:extLst>
          </p:cNvPr>
          <p:cNvSpPr/>
          <p:nvPr/>
        </p:nvSpPr>
        <p:spPr>
          <a:xfrm rot="10800000" flipV="1">
            <a:off x="3047305" y="1335069"/>
            <a:ext cx="613744" cy="243744"/>
          </a:xfrm>
          <a:prstGeom prst="roundRect">
            <a:avLst/>
          </a:prstGeom>
          <a:solidFill>
            <a:srgbClr val="F0D8B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3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矩形: 圆角 334">
            <a:extLst>
              <a:ext uri="{FF2B5EF4-FFF2-40B4-BE49-F238E27FC236}">
                <a16:creationId xmlns:a16="http://schemas.microsoft.com/office/drawing/2014/main" id="{1087D38D-BA02-DEF8-605C-44FA108942B5}"/>
              </a:ext>
            </a:extLst>
          </p:cNvPr>
          <p:cNvSpPr/>
          <p:nvPr/>
        </p:nvSpPr>
        <p:spPr>
          <a:xfrm rot="10800000" flipV="1">
            <a:off x="3050954" y="1957928"/>
            <a:ext cx="613744" cy="243744"/>
          </a:xfrm>
          <a:prstGeom prst="roundRect">
            <a:avLst/>
          </a:prstGeom>
          <a:solidFill>
            <a:srgbClr val="1565C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n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" name="矩形: 圆角 335">
            <a:extLst>
              <a:ext uri="{FF2B5EF4-FFF2-40B4-BE49-F238E27FC236}">
                <a16:creationId xmlns:a16="http://schemas.microsoft.com/office/drawing/2014/main" id="{09DD893A-D224-78C7-5529-F2557FA7FD47}"/>
              </a:ext>
            </a:extLst>
          </p:cNvPr>
          <p:cNvSpPr/>
          <p:nvPr/>
        </p:nvSpPr>
        <p:spPr>
          <a:xfrm rot="10800000" flipV="1">
            <a:off x="3051026" y="1647442"/>
            <a:ext cx="613744" cy="243744"/>
          </a:xfrm>
          <a:prstGeom prst="roundRect">
            <a:avLst/>
          </a:prstGeom>
          <a:solidFill>
            <a:srgbClr val="6B6B6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154059E7-DB7C-A41F-8447-87F15917BA64}"/>
              </a:ext>
            </a:extLst>
          </p:cNvPr>
          <p:cNvSpPr/>
          <p:nvPr/>
        </p:nvSpPr>
        <p:spPr>
          <a:xfrm rot="10800000" flipV="1">
            <a:off x="9797208" y="1320589"/>
            <a:ext cx="613744" cy="243744"/>
          </a:xfrm>
          <a:prstGeom prst="roundRect">
            <a:avLst/>
          </a:prstGeom>
          <a:solidFill>
            <a:srgbClr val="F0D8B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3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B582CAAB-E4E8-DE39-7488-13133842A152}"/>
              </a:ext>
            </a:extLst>
          </p:cNvPr>
          <p:cNvSpPr/>
          <p:nvPr/>
        </p:nvSpPr>
        <p:spPr>
          <a:xfrm rot="10800000" flipV="1">
            <a:off x="9802789" y="1642107"/>
            <a:ext cx="613744" cy="243744"/>
          </a:xfrm>
          <a:prstGeom prst="roundRect">
            <a:avLst/>
          </a:prstGeom>
          <a:solidFill>
            <a:srgbClr val="E8C8D8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1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B2EDE324-AB90-A4E9-BE29-E25D1E4DEFC3}"/>
              </a:ext>
            </a:extLst>
          </p:cNvPr>
          <p:cNvSpPr/>
          <p:nvPr/>
        </p:nvSpPr>
        <p:spPr>
          <a:xfrm rot="10800000" flipV="1">
            <a:off x="9815063" y="1973349"/>
            <a:ext cx="613744" cy="243744"/>
          </a:xfrm>
          <a:prstGeom prst="roundRect">
            <a:avLst/>
          </a:prstGeom>
          <a:solidFill>
            <a:srgbClr val="1565C0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n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0A927E83-8A3D-609C-079A-3B42A1D0F307}"/>
              </a:ext>
            </a:extLst>
          </p:cNvPr>
          <p:cNvSpPr/>
          <p:nvPr/>
        </p:nvSpPr>
        <p:spPr>
          <a:xfrm rot="10800000" flipV="1">
            <a:off x="9815063" y="2303437"/>
            <a:ext cx="613744" cy="243744"/>
          </a:xfrm>
          <a:prstGeom prst="roundRect">
            <a:avLst/>
          </a:prstGeom>
          <a:solidFill>
            <a:srgbClr val="6B6B6B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1" name="矩形: 圆角 340">
            <a:extLst>
              <a:ext uri="{FF2B5EF4-FFF2-40B4-BE49-F238E27FC236}">
                <a16:creationId xmlns:a16="http://schemas.microsoft.com/office/drawing/2014/main" id="{F487919C-CF3D-8AA8-84BE-7A9A17A948D7}"/>
              </a:ext>
            </a:extLst>
          </p:cNvPr>
          <p:cNvSpPr/>
          <p:nvPr/>
        </p:nvSpPr>
        <p:spPr>
          <a:xfrm rot="10800000" flipV="1">
            <a:off x="9815063" y="2625511"/>
            <a:ext cx="613744" cy="243744"/>
          </a:xfrm>
          <a:prstGeom prst="roundRect">
            <a:avLst/>
          </a:prstGeom>
          <a:solidFill>
            <a:srgbClr val="4A148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Seq 2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矩形: 圆角 341">
            <a:extLst>
              <a:ext uri="{FF2B5EF4-FFF2-40B4-BE49-F238E27FC236}">
                <a16:creationId xmlns:a16="http://schemas.microsoft.com/office/drawing/2014/main" id="{3A3C1D52-3E2E-745D-4A01-0D9845F9EF8D}"/>
              </a:ext>
            </a:extLst>
          </p:cNvPr>
          <p:cNvSpPr/>
          <p:nvPr/>
        </p:nvSpPr>
        <p:spPr>
          <a:xfrm rot="10800000" flipV="1">
            <a:off x="2951057" y="3398355"/>
            <a:ext cx="613744" cy="243744"/>
          </a:xfrm>
          <a:prstGeom prst="roundRect">
            <a:avLst/>
          </a:prstGeom>
          <a:solidFill>
            <a:srgbClr val="2E7D3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endParaRPr lang="zh-CN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B9D78E70-3649-5EC9-7C5F-1E59AFE6D040}"/>
              </a:ext>
            </a:extLst>
          </p:cNvPr>
          <p:cNvSpPr/>
          <p:nvPr/>
        </p:nvSpPr>
        <p:spPr>
          <a:xfrm>
            <a:off x="2328840" y="2960607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RNA sequence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D82ED4B4-E65D-DBCD-ADF6-834C26A34921}"/>
              </a:ext>
            </a:extLst>
          </p:cNvPr>
          <p:cNvSpPr/>
          <p:nvPr/>
        </p:nvSpPr>
        <p:spPr>
          <a:xfrm>
            <a:off x="5320515" y="283412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embedding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5" name="菱形 344">
            <a:extLst>
              <a:ext uri="{FF2B5EF4-FFF2-40B4-BE49-F238E27FC236}">
                <a16:creationId xmlns:a16="http://schemas.microsoft.com/office/drawing/2014/main" id="{F8E98BDC-AAB3-0608-EFB6-5FC378B757A5}"/>
              </a:ext>
            </a:extLst>
          </p:cNvPr>
          <p:cNvSpPr/>
          <p:nvPr/>
        </p:nvSpPr>
        <p:spPr>
          <a:xfrm>
            <a:off x="6038232" y="3381365"/>
            <a:ext cx="272703" cy="272703"/>
          </a:xfrm>
          <a:prstGeom prst="diamond">
            <a:avLst/>
          </a:prstGeom>
          <a:solidFill>
            <a:srgbClr val="2E7D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: 圆角 345">
            <a:extLst>
              <a:ext uri="{FF2B5EF4-FFF2-40B4-BE49-F238E27FC236}">
                <a16:creationId xmlns:a16="http://schemas.microsoft.com/office/drawing/2014/main" id="{64338932-AF3B-3953-B6C2-2F4A487CAB9D}"/>
              </a:ext>
            </a:extLst>
          </p:cNvPr>
          <p:cNvSpPr/>
          <p:nvPr/>
        </p:nvSpPr>
        <p:spPr>
          <a:xfrm flipH="1" flipV="1">
            <a:off x="5347310" y="3494043"/>
            <a:ext cx="64108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矩形: 圆角 346">
            <a:extLst>
              <a:ext uri="{FF2B5EF4-FFF2-40B4-BE49-F238E27FC236}">
                <a16:creationId xmlns:a16="http://schemas.microsoft.com/office/drawing/2014/main" id="{4F9460C8-859A-E54E-3F98-E28B449A98BE}"/>
              </a:ext>
            </a:extLst>
          </p:cNvPr>
          <p:cNvSpPr/>
          <p:nvPr/>
        </p:nvSpPr>
        <p:spPr>
          <a:xfrm flipH="1" flipV="1">
            <a:off x="6300271" y="3493818"/>
            <a:ext cx="641082" cy="45719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9" name="图形 348">
            <a:extLst>
              <a:ext uri="{FF2B5EF4-FFF2-40B4-BE49-F238E27FC236}">
                <a16:creationId xmlns:a16="http://schemas.microsoft.com/office/drawing/2014/main" id="{05A91D58-C8F4-EE51-1909-1656D28DC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V="1">
            <a:off x="5614985" y="3379284"/>
            <a:ext cx="553315" cy="274784"/>
          </a:xfrm>
          <a:prstGeom prst="rect">
            <a:avLst/>
          </a:prstGeom>
        </p:spPr>
      </p:pic>
      <p:sp>
        <p:nvSpPr>
          <p:cNvPr id="350" name="矩形 349">
            <a:extLst>
              <a:ext uri="{FF2B5EF4-FFF2-40B4-BE49-F238E27FC236}">
                <a16:creationId xmlns:a16="http://schemas.microsoft.com/office/drawing/2014/main" id="{9FE9F6FC-6297-9752-B168-B18B1F556D0C}"/>
              </a:ext>
            </a:extLst>
          </p:cNvPr>
          <p:cNvSpPr/>
          <p:nvPr/>
        </p:nvSpPr>
        <p:spPr>
          <a:xfrm>
            <a:off x="5315536" y="2941628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Query embedding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4CB39E5A-CCEB-4BA6-4BC5-0A1ADAD2CB4B}"/>
              </a:ext>
            </a:extLst>
          </p:cNvPr>
          <p:cNvSpPr/>
          <p:nvPr/>
        </p:nvSpPr>
        <p:spPr>
          <a:xfrm>
            <a:off x="7095784" y="1957911"/>
            <a:ext cx="144673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 calculated by cosine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07F4CD05-FE06-99E1-B63E-ED8EF9AAFFAE}"/>
              </a:ext>
            </a:extLst>
          </p:cNvPr>
          <p:cNvSpPr/>
          <p:nvPr/>
        </p:nvSpPr>
        <p:spPr>
          <a:xfrm>
            <a:off x="7994940" y="835807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Embedding ranking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3" name="矩形 352">
            <a:extLst>
              <a:ext uri="{FF2B5EF4-FFF2-40B4-BE49-F238E27FC236}">
                <a16:creationId xmlns:a16="http://schemas.microsoft.com/office/drawing/2014/main" id="{84556093-ADA2-F170-A871-8ABD3FDC0799}"/>
              </a:ext>
            </a:extLst>
          </p:cNvPr>
          <p:cNvSpPr/>
          <p:nvPr/>
        </p:nvSpPr>
        <p:spPr>
          <a:xfrm>
            <a:off x="9363373" y="847041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Sequence ranking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62B0030D-E18B-503E-26E9-A9B96BFD07DE}"/>
              </a:ext>
            </a:extLst>
          </p:cNvPr>
          <p:cNvSpPr/>
          <p:nvPr/>
        </p:nvSpPr>
        <p:spPr>
          <a:xfrm>
            <a:off x="7722633" y="3711107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(Better performance)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40489BED-4F97-EAD3-3E83-39754DDF2B1E}"/>
              </a:ext>
            </a:extLst>
          </p:cNvPr>
          <p:cNvSpPr/>
          <p:nvPr/>
        </p:nvSpPr>
        <p:spPr>
          <a:xfrm>
            <a:off x="7722633" y="5267764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(Faster execution)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A51B0526-71AF-DBA1-5F23-C0A44EB8C797}"/>
              </a:ext>
            </a:extLst>
          </p:cNvPr>
          <p:cNvSpPr/>
          <p:nvPr/>
        </p:nvSpPr>
        <p:spPr>
          <a:xfrm>
            <a:off x="3230727" y="5454327"/>
            <a:ext cx="1740069" cy="4786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 3D structure</a:t>
            </a:r>
            <a:endParaRPr lang="zh-CN" alt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D2C2F1C-CB3C-4F55-600A-9D445906350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51" y="4249208"/>
            <a:ext cx="2486829" cy="186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3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843776" y="799052"/>
            <a:ext cx="8227324" cy="5416356"/>
            <a:chOff x="1843776" y="799052"/>
            <a:chExt cx="8227324" cy="5416356"/>
          </a:xfrm>
        </p:grpSpPr>
        <p:grpSp>
          <p:nvGrpSpPr>
            <p:cNvPr id="190" name="组合 189"/>
            <p:cNvGrpSpPr/>
            <p:nvPr/>
          </p:nvGrpSpPr>
          <p:grpSpPr>
            <a:xfrm>
              <a:off x="1843776" y="799052"/>
              <a:ext cx="8227324" cy="5416356"/>
              <a:chOff x="961126" y="1040352"/>
              <a:chExt cx="8227324" cy="5416356"/>
            </a:xfrm>
          </p:grpSpPr>
          <p:sp>
            <p:nvSpPr>
              <p:cNvPr id="32" name="圆柱体 31"/>
              <p:cNvSpPr/>
              <p:nvPr/>
            </p:nvSpPr>
            <p:spPr>
              <a:xfrm>
                <a:off x="973587" y="1040352"/>
                <a:ext cx="2366749" cy="764802"/>
              </a:xfrm>
              <a:prstGeom prst="can">
                <a:avLst>
                  <a:gd name="adj" fmla="val 22123"/>
                </a:avLst>
              </a:prstGeom>
              <a:solidFill>
                <a:srgbClr val="DAE3F5"/>
              </a:solidFill>
              <a:ln w="19050">
                <a:solidFill>
                  <a:srgbClr val="A7C7E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RNAcentral database</a:t>
                </a:r>
              </a:p>
              <a:p>
                <a:pPr algn="ctr"/>
                <a:r>
                  <a:rPr lang="en-US" altLang="zh-C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(26 Million sequences)</a:t>
                </a:r>
                <a:endParaRPr lang="zh-CN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961126" y="2279865"/>
                <a:ext cx="2391674" cy="764802"/>
                <a:chOff x="973588" y="2254465"/>
                <a:chExt cx="2391674" cy="717296"/>
              </a:xfrm>
            </p:grpSpPr>
            <p:sp>
              <p:nvSpPr>
                <p:cNvPr id="54" name="矩形: 圆角 53"/>
                <p:cNvSpPr/>
                <p:nvPr/>
              </p:nvSpPr>
              <p:spPr>
                <a:xfrm>
                  <a:off x="973588" y="2286601"/>
                  <a:ext cx="2379212" cy="684729"/>
                </a:xfrm>
                <a:prstGeom prst="roundRect">
                  <a:avLst/>
                </a:prstGeom>
                <a:solidFill>
                  <a:srgbClr val="F2F2F2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" name="文本框 3"/>
                <p:cNvSpPr txBox="1"/>
                <p:nvPr/>
              </p:nvSpPr>
              <p:spPr>
                <a:xfrm>
                  <a:off x="986049" y="2433312"/>
                  <a:ext cx="23792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-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 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endParaRPr lang="zh-CN" altLang="en-US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56" name="文本框 55"/>
                <p:cNvSpPr txBox="1"/>
                <p:nvPr/>
              </p:nvSpPr>
              <p:spPr>
                <a:xfrm>
                  <a:off x="1379401" y="2254465"/>
                  <a:ext cx="1824603" cy="2597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3mer tokening(</a:t>
                  </a:r>
                  <a:r>
                    <a:rPr lang="en-US" altLang="zh-CN" sz="1200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stride=1</a:t>
                  </a:r>
                  <a:r>
                    <a:rPr lang="en-US" altLang="zh-CN" sz="12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)</a:t>
                  </a:r>
                  <a:endParaRPr lang="zh-CN" altLang="en-US" sz="1200" b="1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cxnSp>
              <p:nvCxnSpPr>
                <p:cNvPr id="58" name="直接连接符 57"/>
                <p:cNvCxnSpPr/>
                <p:nvPr/>
              </p:nvCxnSpPr>
              <p:spPr>
                <a:xfrm>
                  <a:off x="1066800" y="2708162"/>
                  <a:ext cx="368300" cy="0"/>
                </a:xfrm>
                <a:prstGeom prst="line">
                  <a:avLst/>
                </a:prstGeom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>
                  <a:off x="1195252" y="2741089"/>
                  <a:ext cx="417648" cy="0"/>
                </a:xfrm>
                <a:prstGeom prst="line">
                  <a:avLst/>
                </a:prstGeom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/>
                <p:cNvCxnSpPr/>
                <p:nvPr/>
              </p:nvCxnSpPr>
              <p:spPr>
                <a:xfrm>
                  <a:off x="1366702" y="2785539"/>
                  <a:ext cx="430348" cy="0"/>
                </a:xfrm>
                <a:prstGeom prst="line">
                  <a:avLst/>
                </a:prstGeom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/>
                <p:nvPr/>
              </p:nvCxnSpPr>
              <p:spPr>
                <a:xfrm>
                  <a:off x="1519102" y="2836339"/>
                  <a:ext cx="423998" cy="0"/>
                </a:xfrm>
                <a:prstGeom prst="line">
                  <a:avLst/>
                </a:prstGeom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>
                  <a:off x="1696902" y="2893414"/>
                  <a:ext cx="423998" cy="0"/>
                </a:xfrm>
                <a:prstGeom prst="line">
                  <a:avLst/>
                </a:prstGeom>
                <a:ln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1" name="文本框 70"/>
                <p:cNvSpPr txBox="1"/>
                <p:nvPr/>
              </p:nvSpPr>
              <p:spPr>
                <a:xfrm>
                  <a:off x="2351378" y="2602429"/>
                  <a:ext cx="72535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…</a:t>
                  </a:r>
                  <a:endParaRPr lang="zh-CN" altLang="en-US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grpSp>
            <p:nvGrpSpPr>
              <p:cNvPr id="107" name="组合 106"/>
              <p:cNvGrpSpPr/>
              <p:nvPr/>
            </p:nvGrpSpPr>
            <p:grpSpPr>
              <a:xfrm>
                <a:off x="961126" y="3494002"/>
                <a:ext cx="2391674" cy="756575"/>
                <a:chOff x="961126" y="3430502"/>
                <a:chExt cx="2391674" cy="756575"/>
              </a:xfrm>
            </p:grpSpPr>
            <p:sp>
              <p:nvSpPr>
                <p:cNvPr id="74" name="矩形: 圆角 73"/>
                <p:cNvSpPr/>
                <p:nvPr/>
              </p:nvSpPr>
              <p:spPr>
                <a:xfrm>
                  <a:off x="961126" y="3462638"/>
                  <a:ext cx="2379212" cy="724439"/>
                </a:xfrm>
                <a:prstGeom prst="roundRect">
                  <a:avLst/>
                </a:prstGeom>
                <a:solidFill>
                  <a:srgbClr val="E3F2D9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1638061" y="3679811"/>
                  <a:ext cx="1206500" cy="18678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1366940" y="3430502"/>
                  <a:ext cx="165735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Span masking</a:t>
                  </a:r>
                  <a:endParaRPr lang="zh-CN" altLang="en-US" sz="1200" b="1" dirty="0"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75" name="文本框 3"/>
                <p:cNvSpPr txBox="1"/>
                <p:nvPr/>
              </p:nvSpPr>
              <p:spPr>
                <a:xfrm>
                  <a:off x="973587" y="3609349"/>
                  <a:ext cx="23792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-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 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endParaRPr lang="zh-CN" altLang="en-US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1955561" y="3917126"/>
                  <a:ext cx="1093652" cy="219425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文本框 3"/>
                <p:cNvSpPr txBox="1"/>
                <p:nvPr/>
              </p:nvSpPr>
              <p:spPr>
                <a:xfrm>
                  <a:off x="973587" y="3879300"/>
                  <a:ext cx="237921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-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70C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C C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chemeClr val="accent3">
                          <a:lumMod val="7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G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00B05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U</a:t>
                  </a:r>
                  <a:r>
                    <a:rPr lang="en-US" altLang="zh-CN" sz="1400" b="1" dirty="0"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</a:t>
                  </a:r>
                  <a:r>
                    <a:rPr lang="en-US" altLang="zh-CN" sz="1400" b="1" dirty="0">
                      <a:solidFill>
                        <a:srgbClr val="FF0000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A</a:t>
                  </a:r>
                  <a:endParaRPr lang="zh-CN" altLang="en-US" sz="1400" b="1" dirty="0">
                    <a:solidFill>
                      <a:srgbClr val="FF0000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cxnSp>
            <p:nvCxnSpPr>
              <p:cNvPr id="101" name="直接箭头连接符 100"/>
              <p:cNvCxnSpPr/>
              <p:nvPr/>
            </p:nvCxnSpPr>
            <p:spPr>
              <a:xfrm>
                <a:off x="2208077" y="1872088"/>
                <a:ext cx="0" cy="3506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箭头连接符 102"/>
              <p:cNvCxnSpPr/>
              <p:nvPr/>
            </p:nvCxnSpPr>
            <p:spPr>
              <a:xfrm>
                <a:off x="2208077" y="3097770"/>
                <a:ext cx="0" cy="3506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18"/>
              <p:cNvCxnSpPr>
                <a:stCxn id="84" idx="2"/>
                <a:endCxn id="17" idx="0"/>
              </p:cNvCxnSpPr>
              <p:nvPr/>
            </p:nvCxnSpPr>
            <p:spPr>
              <a:xfrm rot="5400000" flipH="1" flipV="1">
                <a:off x="2145044" y="1078972"/>
                <a:ext cx="3189754" cy="3153455"/>
              </a:xfrm>
              <a:prstGeom prst="bentConnector5">
                <a:avLst>
                  <a:gd name="adj1" fmla="val -7167"/>
                  <a:gd name="adj2" fmla="val 50767"/>
                  <a:gd name="adj3" fmla="val 107167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25" name="组合 124"/>
              <p:cNvGrpSpPr/>
              <p:nvPr/>
            </p:nvGrpSpPr>
            <p:grpSpPr>
              <a:xfrm>
                <a:off x="4054907" y="1060823"/>
                <a:ext cx="2822578" cy="3196103"/>
                <a:chOff x="4226357" y="1060823"/>
                <a:chExt cx="2822578" cy="3196103"/>
              </a:xfrm>
            </p:grpSpPr>
            <p:sp>
              <p:nvSpPr>
                <p:cNvPr id="17" name="矩形: 圆角 16"/>
                <p:cNvSpPr/>
                <p:nvPr/>
              </p:nvSpPr>
              <p:spPr>
                <a:xfrm>
                  <a:off x="4486498" y="1060823"/>
                  <a:ext cx="2003201" cy="285378"/>
                </a:xfrm>
                <a:prstGeom prst="round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" panose="02020603050405020304" pitchFamily="18" charset="0"/>
                    </a:rPr>
                    <a:t>Embedding Layer</a:t>
                  </a:r>
                  <a:endParaRPr lang="zh-CN" alt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18" name="矩形: 圆角 17"/>
                <p:cNvSpPr/>
                <p:nvPr/>
              </p:nvSpPr>
              <p:spPr>
                <a:xfrm>
                  <a:off x="4486497" y="1638460"/>
                  <a:ext cx="2003202" cy="28537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" panose="02020603050405020304" pitchFamily="18" charset="0"/>
                      <a:cs typeface="Arial" panose="020B0604020202090204" pitchFamily="34" charset="0"/>
                    </a:rPr>
                    <a:t>Transformer module</a:t>
                  </a:r>
                </a:p>
              </p:txBody>
            </p:sp>
            <p:sp>
              <p:nvSpPr>
                <p:cNvPr id="26" name="文本框 84"/>
                <p:cNvSpPr txBox="1"/>
                <p:nvPr/>
              </p:nvSpPr>
              <p:spPr>
                <a:xfrm>
                  <a:off x="5239191" y="2082427"/>
                  <a:ext cx="180974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200" b="1" dirty="0">
                      <a:latin typeface="Times" panose="02020603050405020304" pitchFamily="18" charset="0"/>
                      <a:cs typeface="Arial" panose="020B0604020202090204" pitchFamily="34" charset="0"/>
                    </a:rPr>
                    <a:t>……</a:t>
                  </a:r>
                  <a:r>
                    <a:rPr lang="en-US" altLang="zh-CN" sz="1200" dirty="0">
                      <a:latin typeface="Times" panose="02020603050405020304" pitchFamily="18" charset="0"/>
                    </a:rPr>
                    <a:t>  </a:t>
                  </a:r>
                  <a:r>
                    <a:rPr lang="en-US" altLang="zh-CN" sz="1200" b="1" dirty="0">
                      <a:solidFill>
                        <a:srgbClr val="FF0000"/>
                      </a:solidFill>
                      <a:latin typeface="Times" panose="02020603050405020304" pitchFamily="18" charset="0"/>
                      <a:sym typeface="Wingdings 2" panose="05020102010507070707" pitchFamily="18" charset="2"/>
                    </a:rPr>
                    <a:t>24 Blocks</a:t>
                  </a:r>
                  <a:endParaRPr lang="zh-CN" altLang="en-US" sz="1200" b="1" dirty="0">
                    <a:solidFill>
                      <a:srgbClr val="FF0000"/>
                    </a:solidFill>
                    <a:latin typeface="Times" panose="02020603050405020304" pitchFamily="18" charset="0"/>
                  </a:endParaRPr>
                </a:p>
              </p:txBody>
            </p:sp>
            <p:sp>
              <p:nvSpPr>
                <p:cNvPr id="105" name="矩形: 圆角 104"/>
                <p:cNvSpPr/>
                <p:nvPr/>
              </p:nvSpPr>
              <p:spPr>
                <a:xfrm>
                  <a:off x="4486497" y="3305707"/>
                  <a:ext cx="2003202" cy="285379"/>
                </a:xfrm>
                <a:prstGeom prst="roundRect">
                  <a:avLst/>
                </a:prstGeom>
                <a:solidFill>
                  <a:srgbClr val="FCE6D5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 RoBERTaLMHead layer </a:t>
                  </a:r>
                </a:p>
              </p:txBody>
            </p:sp>
            <p:sp>
              <p:nvSpPr>
                <p:cNvPr id="108" name="矩形: 圆角 107"/>
                <p:cNvSpPr/>
                <p:nvPr/>
              </p:nvSpPr>
              <p:spPr>
                <a:xfrm>
                  <a:off x="4486497" y="2668396"/>
                  <a:ext cx="2003202" cy="285379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sz="12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" panose="02020603050405020304" pitchFamily="18" charset="0"/>
                      <a:cs typeface="Arial" panose="020B0604020202090204" pitchFamily="34" charset="0"/>
                    </a:rPr>
                    <a:t>Transformer module</a:t>
                  </a:r>
                </a:p>
              </p:txBody>
            </p:sp>
            <p:cxnSp>
              <p:nvCxnSpPr>
                <p:cNvPr id="110" name="直接箭头连接符 109"/>
                <p:cNvCxnSpPr>
                  <a:stCxn id="17" idx="2"/>
                  <a:endCxn id="18" idx="0"/>
                </p:cNvCxnSpPr>
                <p:nvPr/>
              </p:nvCxnSpPr>
              <p:spPr>
                <a:xfrm flipH="1">
                  <a:off x="5488098" y="1346201"/>
                  <a:ext cx="1" cy="2922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直接箭头连接符 110"/>
                <p:cNvCxnSpPr/>
                <p:nvPr/>
              </p:nvCxnSpPr>
              <p:spPr>
                <a:xfrm flipH="1">
                  <a:off x="5488097" y="1923838"/>
                  <a:ext cx="1" cy="2922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直接箭头连接符 111"/>
                <p:cNvCxnSpPr/>
                <p:nvPr/>
              </p:nvCxnSpPr>
              <p:spPr>
                <a:xfrm flipH="1">
                  <a:off x="5488096" y="2346529"/>
                  <a:ext cx="1" cy="2922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7" name="组合 116"/>
                <p:cNvGrpSpPr/>
                <p:nvPr/>
              </p:nvGrpSpPr>
              <p:grpSpPr>
                <a:xfrm>
                  <a:off x="4486494" y="3936449"/>
                  <a:ext cx="2003202" cy="320477"/>
                  <a:chOff x="4486495" y="3930100"/>
                  <a:chExt cx="2003202" cy="320477"/>
                </a:xfrm>
              </p:grpSpPr>
              <p:sp>
                <p:nvSpPr>
                  <p:cNvPr id="106" name="矩形: 圆角 105"/>
                  <p:cNvSpPr/>
                  <p:nvPr/>
                </p:nvSpPr>
                <p:spPr>
                  <a:xfrm>
                    <a:off x="4486495" y="3930100"/>
                    <a:ext cx="2003202" cy="320477"/>
                  </a:xfrm>
                  <a:prstGeom prst="roundRect">
                    <a:avLst/>
                  </a:prstGeom>
                  <a:solidFill>
                    <a:srgbClr val="F2F2F2"/>
                  </a:solidFill>
                  <a:ln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>
                        <a:solidFill>
                          <a:schemeClr val="lt1"/>
                        </a:solidFill>
                      </a:defRPr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altLang="zh-CN" sz="12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endParaRPr>
                  </a:p>
                </p:txBody>
              </p:sp>
              <p:sp>
                <p:nvSpPr>
                  <p:cNvPr id="113" name="矩形 112"/>
                  <p:cNvSpPr/>
                  <p:nvPr/>
                </p:nvSpPr>
                <p:spPr>
                  <a:xfrm>
                    <a:off x="4612238" y="3980626"/>
                    <a:ext cx="582062" cy="213950"/>
                  </a:xfrm>
                  <a:prstGeom prst="rect">
                    <a:avLst/>
                  </a:prstGeom>
                  <a:solidFill>
                    <a:srgbClr val="DAE3F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rPr>
                      <a:t>logits</a:t>
                    </a:r>
                    <a:endParaRPr lang="zh-CN" altLang="en-US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endParaRPr>
                  </a:p>
                </p:txBody>
              </p:sp>
              <p:sp>
                <p:nvSpPr>
                  <p:cNvPr id="114" name="矩形 113"/>
                  <p:cNvSpPr/>
                  <p:nvPr/>
                </p:nvSpPr>
                <p:spPr>
                  <a:xfrm>
                    <a:off x="5321299" y="3980626"/>
                    <a:ext cx="1076545" cy="213950"/>
                  </a:xfrm>
                  <a:prstGeom prst="rect">
                    <a:avLst/>
                  </a:prstGeom>
                  <a:solidFill>
                    <a:srgbClr val="DAE3F5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1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rPr>
                      <a:t>representation</a:t>
                    </a:r>
                    <a:endParaRPr lang="zh-CN" altLang="en-US" sz="11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endParaRPr>
                  </a:p>
                </p:txBody>
              </p:sp>
            </p:grpSp>
            <p:cxnSp>
              <p:nvCxnSpPr>
                <p:cNvPr id="115" name="直接箭头连接符 114"/>
                <p:cNvCxnSpPr/>
                <p:nvPr/>
              </p:nvCxnSpPr>
              <p:spPr>
                <a:xfrm flipH="1">
                  <a:off x="5488096" y="2977152"/>
                  <a:ext cx="1" cy="2922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/>
                <p:nvPr/>
              </p:nvCxnSpPr>
              <p:spPr>
                <a:xfrm flipH="1">
                  <a:off x="5488095" y="3615113"/>
                  <a:ext cx="1" cy="29225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连接符: 肘形 120"/>
                <p:cNvCxnSpPr>
                  <a:stCxn id="17" idx="1"/>
                  <a:endCxn id="105" idx="1"/>
                </p:cNvCxnSpPr>
                <p:nvPr/>
              </p:nvCxnSpPr>
              <p:spPr>
                <a:xfrm rot="10800000" flipV="1">
                  <a:off x="4486498" y="1203511"/>
                  <a:ext cx="1" cy="2244885"/>
                </a:xfrm>
                <a:prstGeom prst="bentConnector3">
                  <a:avLst>
                    <a:gd name="adj1" fmla="val 22860100000"/>
                  </a:avLst>
                </a:prstGeom>
                <a:ln>
                  <a:solidFill>
                    <a:schemeClr val="bg1">
                      <a:lumMod val="50000"/>
                    </a:schemeClr>
                  </a:solidFill>
                  <a:prstDash val="dash"/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4" name="文本框 123"/>
                <p:cNvSpPr txBox="1"/>
                <p:nvPr/>
              </p:nvSpPr>
              <p:spPr>
                <a:xfrm rot="5400000">
                  <a:off x="3710939" y="2330071"/>
                  <a:ext cx="1307835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200" dirty="0">
                      <a:solidFill>
                        <a:srgbClr val="666666"/>
                      </a:solidFill>
                      <a:latin typeface="Times New Roman" panose="02020503050405090304" pitchFamily="18" charset="0"/>
                      <a:cs typeface="Times New Roman" panose="02020503050405090304" pitchFamily="18" charset="0"/>
                    </a:rPr>
                    <a:t>Weight Tying</a:t>
                  </a:r>
                  <a:endParaRPr lang="zh-CN" altLang="en-US" sz="1200" dirty="0">
                    <a:solidFill>
                      <a:srgbClr val="666666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endParaRPr>
                </a:p>
              </p:txBody>
            </p:sp>
          </p:grpSp>
          <p:sp>
            <p:nvSpPr>
              <p:cNvPr id="127" name="矩形: 圆角 126"/>
              <p:cNvSpPr/>
              <p:nvPr/>
            </p:nvSpPr>
            <p:spPr>
              <a:xfrm>
                <a:off x="7339847" y="1163980"/>
                <a:ext cx="1726730" cy="218165"/>
              </a:xfrm>
              <a:prstGeom prst="roundRect">
                <a:avLst/>
              </a:prstGeom>
              <a:solidFill>
                <a:srgbClr val="C8E5B3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LayerNorm &amp; RoPE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29" name="矩形: 圆角 128"/>
              <p:cNvSpPr/>
              <p:nvPr/>
            </p:nvSpPr>
            <p:spPr>
              <a:xfrm>
                <a:off x="7339847" y="1608663"/>
                <a:ext cx="1726730" cy="21816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Multi-head self-attention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0" name="矩形: 圆角 129"/>
              <p:cNvSpPr/>
              <p:nvPr/>
            </p:nvSpPr>
            <p:spPr>
              <a:xfrm>
                <a:off x="7339847" y="2061700"/>
                <a:ext cx="1726730" cy="218165"/>
              </a:xfrm>
              <a:prstGeom prst="roundRect">
                <a:avLst/>
              </a:prstGeom>
              <a:solidFill>
                <a:srgbClr val="C8E5B3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Add &amp; LayerNorm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1" name="矩形: 圆角 130"/>
              <p:cNvSpPr/>
              <p:nvPr/>
            </p:nvSpPr>
            <p:spPr>
              <a:xfrm>
                <a:off x="7339847" y="2545445"/>
                <a:ext cx="1726730" cy="218165"/>
              </a:xfrm>
              <a:prstGeom prst="roundRect">
                <a:avLst/>
              </a:prstGeom>
              <a:solidFill>
                <a:srgbClr val="A9E9E4"/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Feed-Forward Network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2" name="矩形: 圆角 131"/>
              <p:cNvSpPr/>
              <p:nvPr/>
            </p:nvSpPr>
            <p:spPr>
              <a:xfrm>
                <a:off x="7339847" y="3145727"/>
                <a:ext cx="1726730" cy="331294"/>
              </a:xfrm>
              <a:prstGeom prst="roundRect">
                <a:avLst/>
              </a:prstGeom>
              <a:solidFill>
                <a:srgbClr val="FDEBD4"/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Linear Layer &amp; LayerNorm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3" name="矩形: 圆角 132"/>
              <p:cNvSpPr/>
              <p:nvPr/>
            </p:nvSpPr>
            <p:spPr>
              <a:xfrm>
                <a:off x="7339847" y="3795929"/>
                <a:ext cx="1726730" cy="331294"/>
              </a:xfrm>
              <a:prstGeom prst="roundRect">
                <a:avLst/>
              </a:prstGeom>
              <a:solidFill>
                <a:srgbClr val="C8E5B3"/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Linear Layer &amp; SoftMax</a:t>
                </a:r>
                <a:endParaRPr lang="zh-CN" altLang="en-US" sz="11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7242161" y="1060822"/>
                <a:ext cx="1914537" cy="178529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箭头连接符 135"/>
              <p:cNvCxnSpPr>
                <a:stCxn id="127" idx="2"/>
                <a:endCxn id="129" idx="0"/>
              </p:cNvCxnSpPr>
              <p:nvPr/>
            </p:nvCxnSpPr>
            <p:spPr>
              <a:xfrm>
                <a:off x="8203212" y="1382145"/>
                <a:ext cx="0" cy="2265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直接箭头连接符 137"/>
              <p:cNvCxnSpPr>
                <a:stCxn id="129" idx="2"/>
                <a:endCxn id="130" idx="0"/>
              </p:cNvCxnSpPr>
              <p:nvPr/>
            </p:nvCxnSpPr>
            <p:spPr>
              <a:xfrm>
                <a:off x="8203212" y="1826828"/>
                <a:ext cx="0" cy="2348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0" name="直接箭头连接符 139"/>
              <p:cNvCxnSpPr>
                <a:stCxn id="130" idx="2"/>
                <a:endCxn id="131" idx="0"/>
              </p:cNvCxnSpPr>
              <p:nvPr/>
            </p:nvCxnSpPr>
            <p:spPr>
              <a:xfrm>
                <a:off x="8203212" y="2279865"/>
                <a:ext cx="0" cy="2655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矩形 140"/>
              <p:cNvSpPr/>
              <p:nvPr/>
            </p:nvSpPr>
            <p:spPr>
              <a:xfrm>
                <a:off x="7242161" y="3014727"/>
                <a:ext cx="1914537" cy="123585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43" name="直接箭头连接符 142"/>
              <p:cNvCxnSpPr>
                <a:stCxn id="132" idx="2"/>
                <a:endCxn id="133" idx="0"/>
              </p:cNvCxnSpPr>
              <p:nvPr/>
            </p:nvCxnSpPr>
            <p:spPr>
              <a:xfrm>
                <a:off x="8203212" y="3477021"/>
                <a:ext cx="0" cy="31890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6" name="直接连接符 145"/>
              <p:cNvCxnSpPr>
                <a:stCxn id="18" idx="3"/>
              </p:cNvCxnSpPr>
              <p:nvPr/>
            </p:nvCxnSpPr>
            <p:spPr>
              <a:xfrm flipV="1">
                <a:off x="6318249" y="1060822"/>
                <a:ext cx="923912" cy="720328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>
                <a:stCxn id="18" idx="3"/>
              </p:cNvCxnSpPr>
              <p:nvPr/>
            </p:nvCxnSpPr>
            <p:spPr>
              <a:xfrm>
                <a:off x="6318249" y="1781150"/>
                <a:ext cx="923912" cy="106496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>
                <a:stCxn id="105" idx="3"/>
              </p:cNvCxnSpPr>
              <p:nvPr/>
            </p:nvCxnSpPr>
            <p:spPr>
              <a:xfrm flipV="1">
                <a:off x="6318249" y="3014727"/>
                <a:ext cx="923912" cy="43367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/>
              <p:cNvCxnSpPr>
                <a:stCxn id="105" idx="3"/>
              </p:cNvCxnSpPr>
              <p:nvPr/>
            </p:nvCxnSpPr>
            <p:spPr>
              <a:xfrm>
                <a:off x="6318249" y="3448397"/>
                <a:ext cx="923912" cy="80218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直接箭头连接符 153"/>
              <p:cNvCxnSpPr/>
              <p:nvPr/>
            </p:nvCxnSpPr>
            <p:spPr>
              <a:xfrm>
                <a:off x="5316645" y="4318000"/>
                <a:ext cx="0" cy="3873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5" name="文本框 154"/>
              <p:cNvSpPr txBox="1"/>
              <p:nvPr/>
            </p:nvSpPr>
            <p:spPr>
              <a:xfrm>
                <a:off x="5316645" y="4393267"/>
                <a:ext cx="15748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b="1" dirty="0"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Downstream Tasks</a:t>
                </a:r>
                <a:endParaRPr lang="zh-CN" altLang="en-US" sz="1200" b="1" dirty="0"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  <p:sp>
            <p:nvSpPr>
              <p:cNvPr id="156" name="文本框 22"/>
              <p:cNvSpPr txBox="1"/>
              <p:nvPr/>
            </p:nvSpPr>
            <p:spPr>
              <a:xfrm>
                <a:off x="2915705" y="4766436"/>
                <a:ext cx="2701290" cy="2914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Z</a:t>
                </a:r>
                <a:r>
                  <a:rPr lang="en-US" altLang="zh-CN" sz="11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ero-shot function prediction</a:t>
                </a:r>
              </a:p>
            </p:txBody>
          </p:sp>
          <p:sp>
            <p:nvSpPr>
              <p:cNvPr id="157" name="文本框 28"/>
              <p:cNvSpPr txBox="1"/>
              <p:nvPr/>
            </p:nvSpPr>
            <p:spPr>
              <a:xfrm>
                <a:off x="5340238" y="4767046"/>
                <a:ext cx="2701290" cy="2914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S</a:t>
                </a:r>
                <a:r>
                  <a:rPr lang="en-US" altLang="zh-CN" sz="11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econdary structure prediction</a:t>
                </a:r>
              </a:p>
            </p:txBody>
          </p:sp>
          <p:sp>
            <p:nvSpPr>
              <p:cNvPr id="158" name="文本框 30"/>
              <p:cNvSpPr txBox="1"/>
              <p:nvPr/>
            </p:nvSpPr>
            <p:spPr>
              <a:xfrm>
                <a:off x="1092200" y="4777952"/>
                <a:ext cx="2260600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Montserrat"/>
                    <a:cs typeface="Times New Roman Bold" panose="02020503050405090304" charset="0"/>
                  </a:rPr>
                  <a:t>E</a:t>
                </a:r>
                <a:r>
                  <a:rPr lang="en-US" altLang="zh-CN" sz="11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Montserrat"/>
                    <a:cs typeface="Times New Roman Bold" panose="02020503050405090304" charset="0"/>
                  </a:rPr>
                  <a:t>volutionary statistics </a:t>
                </a:r>
              </a:p>
            </p:txBody>
          </p:sp>
          <p:sp>
            <p:nvSpPr>
              <p:cNvPr id="159" name="文本框 33"/>
              <p:cNvSpPr txBox="1"/>
              <p:nvPr/>
            </p:nvSpPr>
            <p:spPr>
              <a:xfrm>
                <a:off x="7705193" y="4766436"/>
                <a:ext cx="1483257" cy="2914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/>
                <a:r>
                  <a:rPr lang="en-US" altLang="zh-CN" sz="11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H</a:t>
                </a:r>
                <a:r>
                  <a:rPr lang="en-US" altLang="zh-CN" sz="1100" b="1" i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 Bold" panose="02020503050405090304" charset="0"/>
                    <a:ea typeface="IBM Plex Sans"/>
                    <a:cs typeface="Times New Roman Bold" panose="02020503050405090304" charset="0"/>
                  </a:rPr>
                  <a:t>omologs detection</a:t>
                </a:r>
              </a:p>
            </p:txBody>
          </p:sp>
          <p:grpSp>
            <p:nvGrpSpPr>
              <p:cNvPr id="176" name="组合 175"/>
              <p:cNvGrpSpPr/>
              <p:nvPr/>
            </p:nvGrpSpPr>
            <p:grpSpPr>
              <a:xfrm>
                <a:off x="2981007" y="5070888"/>
                <a:ext cx="1971040" cy="1325612"/>
                <a:chOff x="3933507" y="4772978"/>
                <a:chExt cx="1971040" cy="1410960"/>
              </a:xfrm>
            </p:grpSpPr>
            <p:grpSp>
              <p:nvGrpSpPr>
                <p:cNvPr id="160" name="组合 159"/>
                <p:cNvGrpSpPr/>
                <p:nvPr/>
              </p:nvGrpSpPr>
              <p:grpSpPr>
                <a:xfrm>
                  <a:off x="3933507" y="4772978"/>
                  <a:ext cx="1198245" cy="1405890"/>
                  <a:chOff x="3913187" y="2855278"/>
                  <a:chExt cx="1218565" cy="1431290"/>
                </a:xfrm>
              </p:grpSpPr>
              <p:pic>
                <p:nvPicPr>
                  <p:cNvPr id="161" name="图片 160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913187" y="2855278"/>
                    <a:ext cx="1218565" cy="292100"/>
                  </a:xfrm>
                  <a:prstGeom prst="rect">
                    <a:avLst/>
                  </a:prstGeom>
                </p:spPr>
              </p:pic>
              <p:pic>
                <p:nvPicPr>
                  <p:cNvPr id="162" name="图片 161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913187" y="3137218"/>
                    <a:ext cx="1218565" cy="292100"/>
                  </a:xfrm>
                  <a:prstGeom prst="rect">
                    <a:avLst/>
                  </a:prstGeom>
                </p:spPr>
              </p:pic>
              <p:pic>
                <p:nvPicPr>
                  <p:cNvPr id="163" name="图片 162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913187" y="3442018"/>
                    <a:ext cx="1218565" cy="292100"/>
                  </a:xfrm>
                  <a:prstGeom prst="rect">
                    <a:avLst/>
                  </a:prstGeom>
                </p:spPr>
              </p:pic>
              <p:pic>
                <p:nvPicPr>
                  <p:cNvPr id="164" name="图片 16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913187" y="3723958"/>
                    <a:ext cx="1218565" cy="292100"/>
                  </a:xfrm>
                  <a:prstGeom prst="rect">
                    <a:avLst/>
                  </a:prstGeom>
                </p:spPr>
              </p:pic>
              <p:pic>
                <p:nvPicPr>
                  <p:cNvPr id="165" name="图片 164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3913187" y="3994468"/>
                    <a:ext cx="1218565" cy="292100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66" name="直接箭头连接符 165"/>
                <p:cNvCxnSpPr/>
                <p:nvPr/>
              </p:nvCxnSpPr>
              <p:spPr>
                <a:xfrm>
                  <a:off x="5211762" y="4928553"/>
                  <a:ext cx="22034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箭头连接符 166"/>
                <p:cNvCxnSpPr/>
                <p:nvPr/>
              </p:nvCxnSpPr>
              <p:spPr>
                <a:xfrm>
                  <a:off x="5211762" y="5186998"/>
                  <a:ext cx="22034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直接箭头连接符 167"/>
                <p:cNvCxnSpPr/>
                <p:nvPr/>
              </p:nvCxnSpPr>
              <p:spPr>
                <a:xfrm>
                  <a:off x="5211762" y="5479733"/>
                  <a:ext cx="22034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直接箭头连接符 168"/>
                <p:cNvCxnSpPr/>
                <p:nvPr/>
              </p:nvCxnSpPr>
              <p:spPr>
                <a:xfrm>
                  <a:off x="5211762" y="5772468"/>
                  <a:ext cx="22034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直接箭头连接符 169"/>
                <p:cNvCxnSpPr/>
                <p:nvPr/>
              </p:nvCxnSpPr>
              <p:spPr>
                <a:xfrm>
                  <a:off x="5211762" y="6065203"/>
                  <a:ext cx="22034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71" name="文本框 23"/>
                <p:cNvSpPr txBox="1"/>
                <p:nvPr/>
              </p:nvSpPr>
              <p:spPr>
                <a:xfrm>
                  <a:off x="5418137" y="4772978"/>
                  <a:ext cx="4864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100">
                      <a:latin typeface="Times New Roman Regular" panose="02020503050405090304" charset="0"/>
                      <a:cs typeface="Times New Roman Regular" panose="02020503050405090304" charset="0"/>
                    </a:rPr>
                    <a:t>0.8</a:t>
                  </a:r>
                </a:p>
              </p:txBody>
            </p:sp>
            <p:sp>
              <p:nvSpPr>
                <p:cNvPr id="172" name="文本框 24"/>
                <p:cNvSpPr txBox="1"/>
                <p:nvPr/>
              </p:nvSpPr>
              <p:spPr>
                <a:xfrm>
                  <a:off x="5418137" y="5063173"/>
                  <a:ext cx="4864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100">
                      <a:latin typeface="Times New Roman Regular" panose="02020503050405090304" charset="0"/>
                      <a:cs typeface="Times New Roman Regular" panose="02020503050405090304" charset="0"/>
                    </a:rPr>
                    <a:t>0.1</a:t>
                  </a:r>
                </a:p>
              </p:txBody>
            </p:sp>
            <p:sp>
              <p:nvSpPr>
                <p:cNvPr id="173" name="文本框 25"/>
                <p:cNvSpPr txBox="1"/>
                <p:nvPr/>
              </p:nvSpPr>
              <p:spPr>
                <a:xfrm>
                  <a:off x="5418137" y="5353368"/>
                  <a:ext cx="4864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100">
                      <a:latin typeface="Times New Roman Regular" panose="02020503050405090304" charset="0"/>
                      <a:cs typeface="Times New Roman Regular" panose="02020503050405090304" charset="0"/>
                    </a:rPr>
                    <a:t>0.2</a:t>
                  </a:r>
                </a:p>
              </p:txBody>
            </p:sp>
            <p:sp>
              <p:nvSpPr>
                <p:cNvPr id="174" name="文本框 26"/>
                <p:cNvSpPr txBox="1"/>
                <p:nvPr/>
              </p:nvSpPr>
              <p:spPr>
                <a:xfrm>
                  <a:off x="5418137" y="5654993"/>
                  <a:ext cx="4864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100">
                      <a:latin typeface="Times New Roman Regular" panose="02020503050405090304" charset="0"/>
                      <a:cs typeface="Times New Roman Regular" panose="02020503050405090304" charset="0"/>
                    </a:rPr>
                    <a:t>0.5</a:t>
                  </a:r>
                </a:p>
              </p:txBody>
            </p:sp>
            <p:sp>
              <p:nvSpPr>
                <p:cNvPr id="175" name="文本框 27"/>
                <p:cNvSpPr txBox="1"/>
                <p:nvPr/>
              </p:nvSpPr>
              <p:spPr>
                <a:xfrm>
                  <a:off x="5418137" y="5922328"/>
                  <a:ext cx="4864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100" dirty="0">
                      <a:latin typeface="Times New Roman Regular" panose="02020503050405090304" charset="0"/>
                      <a:cs typeface="Times New Roman Regular" panose="02020503050405090304" charset="0"/>
                    </a:rPr>
                    <a:t>0.7</a:t>
                  </a:r>
                </a:p>
              </p:txBody>
            </p:sp>
          </p:grpSp>
          <p:pic>
            <p:nvPicPr>
              <p:cNvPr id="178" name="图片 17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16645" y="5100735"/>
                <a:ext cx="671405" cy="706284"/>
              </a:xfrm>
              <a:prstGeom prst="rect">
                <a:avLst/>
              </a:prstGeom>
            </p:spPr>
          </p:pic>
          <p:pic>
            <p:nvPicPr>
              <p:cNvPr id="179" name="图片 178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72613" y="5154071"/>
                <a:ext cx="736202" cy="567279"/>
              </a:xfrm>
              <a:prstGeom prst="rect">
                <a:avLst/>
              </a:prstGeom>
            </p:spPr>
          </p:pic>
          <p:pic>
            <p:nvPicPr>
              <p:cNvPr id="180" name="图片 179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9901" y="5056794"/>
                <a:ext cx="583281" cy="677549"/>
              </a:xfrm>
              <a:prstGeom prst="rect">
                <a:avLst/>
              </a:prstGeom>
            </p:spPr>
          </p:pic>
          <p:pic>
            <p:nvPicPr>
              <p:cNvPr id="182" name="图片 18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41825" y="5797177"/>
                <a:ext cx="813207" cy="659530"/>
              </a:xfrm>
              <a:prstGeom prst="rect">
                <a:avLst/>
              </a:prstGeom>
            </p:spPr>
          </p:pic>
          <p:pic>
            <p:nvPicPr>
              <p:cNvPr id="183" name="图片 18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98319" y="5805490"/>
                <a:ext cx="821312" cy="642523"/>
              </a:xfrm>
              <a:prstGeom prst="rect">
                <a:avLst/>
              </a:prstGeom>
            </p:spPr>
          </p:pic>
          <p:pic>
            <p:nvPicPr>
              <p:cNvPr id="184" name="图片 18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66752" y="5758160"/>
                <a:ext cx="696068" cy="689853"/>
              </a:xfrm>
              <a:prstGeom prst="rect">
                <a:avLst/>
              </a:prstGeom>
            </p:spPr>
          </p:pic>
          <p:pic>
            <p:nvPicPr>
              <p:cNvPr id="185" name="图片 184"/>
              <p:cNvPicPr>
                <a:picLocks noChangeAspect="1"/>
              </p:cNvPicPr>
              <p:nvPr/>
            </p:nvPicPr>
            <p:blipFill>
              <a:blip r:embed="rId9"/>
              <a:srcRect t="33374"/>
              <a:stretch>
                <a:fillRect/>
              </a:stretch>
            </p:blipFill>
            <p:spPr>
              <a:xfrm>
                <a:off x="7734982" y="5546960"/>
                <a:ext cx="1331595" cy="843190"/>
              </a:xfrm>
              <a:prstGeom prst="rect">
                <a:avLst/>
              </a:prstGeom>
            </p:spPr>
          </p:pic>
          <p:pic>
            <p:nvPicPr>
              <p:cNvPr id="186" name="图片 185"/>
              <p:cNvPicPr>
                <a:picLocks noChangeAspect="1"/>
              </p:cNvPicPr>
              <p:nvPr/>
            </p:nvPicPr>
            <p:blipFill>
              <a:blip r:embed="rId9"/>
              <a:srcRect b="91671"/>
              <a:stretch>
                <a:fillRect/>
              </a:stretch>
            </p:blipFill>
            <p:spPr>
              <a:xfrm>
                <a:off x="7734982" y="5056794"/>
                <a:ext cx="1331595" cy="105412"/>
              </a:xfrm>
              <a:prstGeom prst="rect">
                <a:avLst/>
              </a:prstGeom>
            </p:spPr>
          </p:pic>
          <p:pic>
            <p:nvPicPr>
              <p:cNvPr id="188" name="图形 187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55033" y="5220113"/>
                <a:ext cx="331636" cy="331636"/>
              </a:xfrm>
              <a:prstGeom prst="rect">
                <a:avLst/>
              </a:prstGeom>
            </p:spPr>
          </p:pic>
          <p:sp>
            <p:nvSpPr>
              <p:cNvPr id="189" name="矩形 188"/>
              <p:cNvSpPr/>
              <p:nvPr/>
            </p:nvSpPr>
            <p:spPr>
              <a:xfrm>
                <a:off x="961126" y="4745534"/>
                <a:ext cx="8195572" cy="1711174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12422" y="4838446"/>
              <a:ext cx="1396582" cy="13389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191</Words>
  <Application>Microsoft Office PowerPoint</Application>
  <PresentationFormat>宽屏</PresentationFormat>
  <Paragraphs>74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Times New Roman Regular</vt:lpstr>
      <vt:lpstr>等线</vt:lpstr>
      <vt:lpstr>等线 Light</vt:lpstr>
      <vt:lpstr>Arial</vt:lpstr>
      <vt:lpstr>Times</vt:lpstr>
      <vt:lpstr>Times New Roman</vt:lpstr>
      <vt:lpstr>Times New Roman Bold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8615348157958</dc:creator>
  <cp:lastModifiedBy>1604305875@qq.com</cp:lastModifiedBy>
  <cp:revision>10</cp:revision>
  <dcterms:created xsi:type="dcterms:W3CDTF">2025-06-24T06:40:49Z</dcterms:created>
  <dcterms:modified xsi:type="dcterms:W3CDTF">2025-06-24T18:43:37Z</dcterms:modified>
</cp:coreProperties>
</file>